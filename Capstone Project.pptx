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75" r:id="rId3"/>
    <p:sldId id="257" r:id="rId4"/>
    <p:sldId id="258" r:id="rId5"/>
    <p:sldId id="277" r:id="rId6"/>
    <p:sldId id="276" r:id="rId7"/>
    <p:sldId id="278" r:id="rId8"/>
    <p:sldId id="265" r:id="rId9"/>
    <p:sldId id="259" r:id="rId10"/>
    <p:sldId id="264" r:id="rId11"/>
    <p:sldId id="263" r:id="rId12"/>
    <p:sldId id="261" r:id="rId13"/>
    <p:sldId id="266" r:id="rId14"/>
    <p:sldId id="267" r:id="rId15"/>
    <p:sldId id="271" r:id="rId16"/>
    <p:sldId id="274" r:id="rId17"/>
    <p:sldId id="279" r:id="rId18"/>
    <p:sldId id="272"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than Ashish" initials="NA" lastIdx="3" clrIdx="0">
    <p:extLst>
      <p:ext uri="{19B8F6BF-5375-455C-9EA6-DF929625EA0E}">
        <p15:presenceInfo xmlns:p15="http://schemas.microsoft.com/office/powerpoint/2012/main" userId="2db2250ab411dc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30" autoAdjust="0"/>
  </p:normalViewPr>
  <p:slideViewPr>
    <p:cSldViewPr snapToGrid="0">
      <p:cViewPr varScale="1">
        <p:scale>
          <a:sx n="119" d="100"/>
          <a:sy n="119" d="100"/>
        </p:scale>
        <p:origin x="96" y="24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Ashish" userId="2db2250ab411dcc0" providerId="LiveId" clId="{7F202549-4177-4B57-9A11-F039F204C674}"/>
    <pc:docChg chg="undo custSel addSld delSld modSld sldOrd">
      <pc:chgData name="Nathan Ashish" userId="2db2250ab411dcc0" providerId="LiveId" clId="{7F202549-4177-4B57-9A11-F039F204C674}" dt="2022-10-30T04:19:27.790" v="3832" actId="14100"/>
      <pc:docMkLst>
        <pc:docMk/>
      </pc:docMkLst>
      <pc:sldChg chg="modSp mod">
        <pc:chgData name="Nathan Ashish" userId="2db2250ab411dcc0" providerId="LiveId" clId="{7F202549-4177-4B57-9A11-F039F204C674}" dt="2022-10-30T02:45:10.546" v="3191" actId="14100"/>
        <pc:sldMkLst>
          <pc:docMk/>
          <pc:sldMk cId="4241331442" sldId="256"/>
        </pc:sldMkLst>
        <pc:spChg chg="mod">
          <ac:chgData name="Nathan Ashish" userId="2db2250ab411dcc0" providerId="LiveId" clId="{7F202549-4177-4B57-9A11-F039F204C674}" dt="2022-10-30T02:45:10.546" v="3191" actId="14100"/>
          <ac:spMkLst>
            <pc:docMk/>
            <pc:sldMk cId="4241331442" sldId="256"/>
            <ac:spMk id="2" creationId="{DC2922D9-E98D-6297-A687-ABE5E3D63B67}"/>
          </ac:spMkLst>
        </pc:spChg>
        <pc:spChg chg="mod">
          <ac:chgData name="Nathan Ashish" userId="2db2250ab411dcc0" providerId="LiveId" clId="{7F202549-4177-4B57-9A11-F039F204C674}" dt="2022-10-30T02:45:00.297" v="3190" actId="14100"/>
          <ac:spMkLst>
            <pc:docMk/>
            <pc:sldMk cId="4241331442" sldId="256"/>
            <ac:spMk id="3" creationId="{76D4BD7F-564E-F56B-88E9-4E2EFF1691A9}"/>
          </ac:spMkLst>
        </pc:spChg>
        <pc:picChg chg="mod">
          <ac:chgData name="Nathan Ashish" userId="2db2250ab411dcc0" providerId="LiveId" clId="{7F202549-4177-4B57-9A11-F039F204C674}" dt="2022-10-26T05:08:26.924" v="3185" actId="14100"/>
          <ac:picMkLst>
            <pc:docMk/>
            <pc:sldMk cId="4241331442" sldId="256"/>
            <ac:picMk id="5" creationId="{C1FD1F66-5E31-6DDB-F9C4-7164D5DE8982}"/>
          </ac:picMkLst>
        </pc:picChg>
      </pc:sldChg>
      <pc:sldChg chg="addSp modSp new mod">
        <pc:chgData name="Nathan Ashish" userId="2db2250ab411dcc0" providerId="LiveId" clId="{7F202549-4177-4B57-9A11-F039F204C674}" dt="2022-10-25T05:03:26.354" v="2868"/>
        <pc:sldMkLst>
          <pc:docMk/>
          <pc:sldMk cId="1814628881" sldId="257"/>
        </pc:sldMkLst>
        <pc:spChg chg="mod">
          <ac:chgData name="Nathan Ashish" userId="2db2250ab411dcc0" providerId="LiveId" clId="{7F202549-4177-4B57-9A11-F039F204C674}" dt="2022-10-25T05:03:26.354" v="2868"/>
          <ac:spMkLst>
            <pc:docMk/>
            <pc:sldMk cId="1814628881" sldId="257"/>
            <ac:spMk id="2" creationId="{C72AE951-A5CF-9933-784C-BD4188183275}"/>
          </ac:spMkLst>
        </pc:spChg>
        <pc:picChg chg="add mod">
          <ac:chgData name="Nathan Ashish" userId="2db2250ab411dcc0" providerId="LiveId" clId="{7F202549-4177-4B57-9A11-F039F204C674}" dt="2022-10-19T06:41:34.889" v="1261" actId="14100"/>
          <ac:picMkLst>
            <pc:docMk/>
            <pc:sldMk cId="1814628881" sldId="257"/>
            <ac:picMk id="1026" creationId="{44C91729-1C2D-735E-8C02-DD6060D673DA}"/>
          </ac:picMkLst>
        </pc:picChg>
      </pc:sldChg>
      <pc:sldChg chg="new del">
        <pc:chgData name="Nathan Ashish" userId="2db2250ab411dcc0" providerId="LiveId" clId="{7F202549-4177-4B57-9A11-F039F204C674}" dt="2022-10-16T05:41:34.425" v="277" actId="2696"/>
        <pc:sldMkLst>
          <pc:docMk/>
          <pc:sldMk cId="1353522086" sldId="258"/>
        </pc:sldMkLst>
      </pc:sldChg>
      <pc:sldChg chg="new del">
        <pc:chgData name="Nathan Ashish" userId="2db2250ab411dcc0" providerId="LiveId" clId="{7F202549-4177-4B57-9A11-F039F204C674}" dt="2022-10-16T05:40:22.831" v="273" actId="2696"/>
        <pc:sldMkLst>
          <pc:docMk/>
          <pc:sldMk cId="3110920676" sldId="258"/>
        </pc:sldMkLst>
      </pc:sldChg>
      <pc:sldChg chg="new del">
        <pc:chgData name="Nathan Ashish" userId="2db2250ab411dcc0" providerId="LiveId" clId="{7F202549-4177-4B57-9A11-F039F204C674}" dt="2022-10-16T05:41:00.390" v="275" actId="2696"/>
        <pc:sldMkLst>
          <pc:docMk/>
          <pc:sldMk cId="3803378735" sldId="258"/>
        </pc:sldMkLst>
      </pc:sldChg>
      <pc:sldChg chg="modSp new mod">
        <pc:chgData name="Nathan Ashish" userId="2db2250ab411dcc0" providerId="LiveId" clId="{7F202549-4177-4B57-9A11-F039F204C674}" dt="2022-10-26T04:57:10.635" v="3165" actId="207"/>
        <pc:sldMkLst>
          <pc:docMk/>
          <pc:sldMk cId="4265974087" sldId="258"/>
        </pc:sldMkLst>
        <pc:spChg chg="mod">
          <ac:chgData name="Nathan Ashish" userId="2db2250ab411dcc0" providerId="LiveId" clId="{7F202549-4177-4B57-9A11-F039F204C674}" dt="2022-10-16T05:48:16.042" v="302" actId="122"/>
          <ac:spMkLst>
            <pc:docMk/>
            <pc:sldMk cId="4265974087" sldId="258"/>
            <ac:spMk id="2" creationId="{A4760D9B-2220-8260-A0B6-366D1ADC0A7A}"/>
          </ac:spMkLst>
        </pc:spChg>
        <pc:spChg chg="mod">
          <ac:chgData name="Nathan Ashish" userId="2db2250ab411dcc0" providerId="LiveId" clId="{7F202549-4177-4B57-9A11-F039F204C674}" dt="2022-10-26T04:57:10.635" v="3165" actId="207"/>
          <ac:spMkLst>
            <pc:docMk/>
            <pc:sldMk cId="4265974087" sldId="258"/>
            <ac:spMk id="3" creationId="{FCCAF3FC-44E2-CDEA-D8D2-62610975D37D}"/>
          </ac:spMkLst>
        </pc:spChg>
      </pc:sldChg>
      <pc:sldChg chg="modSp new mod addCm delCm">
        <pc:chgData name="Nathan Ashish" userId="2db2250ab411dcc0" providerId="LiveId" clId="{7F202549-4177-4B57-9A11-F039F204C674}" dt="2022-10-16T06:13:53.465" v="769" actId="20577"/>
        <pc:sldMkLst>
          <pc:docMk/>
          <pc:sldMk cId="22760680" sldId="259"/>
        </pc:sldMkLst>
        <pc:spChg chg="mod">
          <ac:chgData name="Nathan Ashish" userId="2db2250ab411dcc0" providerId="LiveId" clId="{7F202549-4177-4B57-9A11-F039F204C674}" dt="2022-10-16T06:06:34.754" v="388" actId="20577"/>
          <ac:spMkLst>
            <pc:docMk/>
            <pc:sldMk cId="22760680" sldId="259"/>
            <ac:spMk id="2" creationId="{D449E808-F3F9-7A15-BE79-F69148207F7B}"/>
          </ac:spMkLst>
        </pc:spChg>
        <pc:spChg chg="mod">
          <ac:chgData name="Nathan Ashish" userId="2db2250ab411dcc0" providerId="LiveId" clId="{7F202549-4177-4B57-9A11-F039F204C674}" dt="2022-10-16T06:13:53.465" v="769" actId="20577"/>
          <ac:spMkLst>
            <pc:docMk/>
            <pc:sldMk cId="22760680" sldId="259"/>
            <ac:spMk id="3" creationId="{A8887AE0-AA55-BE9F-E2EC-09B81228D037}"/>
          </ac:spMkLst>
        </pc:spChg>
      </pc:sldChg>
      <pc:sldChg chg="modSp new del mod">
        <pc:chgData name="Nathan Ashish" userId="2db2250ab411dcc0" providerId="LiveId" clId="{7F202549-4177-4B57-9A11-F039F204C674}" dt="2022-10-16T06:06:05.003" v="375" actId="2696"/>
        <pc:sldMkLst>
          <pc:docMk/>
          <pc:sldMk cId="1031087455" sldId="259"/>
        </pc:sldMkLst>
        <pc:spChg chg="mod">
          <ac:chgData name="Nathan Ashish" userId="2db2250ab411dcc0" providerId="LiveId" clId="{7F202549-4177-4B57-9A11-F039F204C674}" dt="2022-10-16T06:05:46.528" v="373" actId="14100"/>
          <ac:spMkLst>
            <pc:docMk/>
            <pc:sldMk cId="1031087455" sldId="259"/>
            <ac:spMk id="2" creationId="{AD5AC20B-5FB9-A3B1-A199-68608FF0CD40}"/>
          </ac:spMkLst>
        </pc:spChg>
        <pc:spChg chg="mod">
          <ac:chgData name="Nathan Ashish" userId="2db2250ab411dcc0" providerId="LiveId" clId="{7F202549-4177-4B57-9A11-F039F204C674}" dt="2022-10-16T06:05:52.080" v="374" actId="14100"/>
          <ac:spMkLst>
            <pc:docMk/>
            <pc:sldMk cId="1031087455" sldId="259"/>
            <ac:spMk id="3" creationId="{82D66FA0-AC04-DE82-DC33-69E7DA9F44C5}"/>
          </ac:spMkLst>
        </pc:spChg>
      </pc:sldChg>
      <pc:sldChg chg="addSp delSp modSp new del mod ord">
        <pc:chgData name="Nathan Ashish" userId="2db2250ab411dcc0" providerId="LiveId" clId="{7F202549-4177-4B57-9A11-F039F204C674}" dt="2022-10-19T06:45:44.725" v="1301" actId="2696"/>
        <pc:sldMkLst>
          <pc:docMk/>
          <pc:sldMk cId="972806461" sldId="260"/>
        </pc:sldMkLst>
        <pc:spChg chg="mod">
          <ac:chgData name="Nathan Ashish" userId="2db2250ab411dcc0" providerId="LiveId" clId="{7F202549-4177-4B57-9A11-F039F204C674}" dt="2022-10-19T06:44:58.705" v="1294" actId="21"/>
          <ac:spMkLst>
            <pc:docMk/>
            <pc:sldMk cId="972806461" sldId="260"/>
            <ac:spMk id="2" creationId="{99007413-B1FE-55AA-5186-80CF72B90DDB}"/>
          </ac:spMkLst>
        </pc:spChg>
        <pc:spChg chg="del">
          <ac:chgData name="Nathan Ashish" userId="2db2250ab411dcc0" providerId="LiveId" clId="{7F202549-4177-4B57-9A11-F039F204C674}" dt="2022-10-17T07:27:37.875" v="812"/>
          <ac:spMkLst>
            <pc:docMk/>
            <pc:sldMk cId="972806461" sldId="260"/>
            <ac:spMk id="3" creationId="{564897F7-E979-A4B2-0D66-7CB78F205BC1}"/>
          </ac:spMkLst>
        </pc:spChg>
        <pc:spChg chg="add mod">
          <ac:chgData name="Nathan Ashish" userId="2db2250ab411dcc0" providerId="LiveId" clId="{7F202549-4177-4B57-9A11-F039F204C674}" dt="2022-10-19T06:42:50.624" v="1266" actId="21"/>
          <ac:spMkLst>
            <pc:docMk/>
            <pc:sldMk cId="972806461" sldId="260"/>
            <ac:spMk id="5" creationId="{DD0E6565-687E-4692-9775-DE6AABE78CB8}"/>
          </ac:spMkLst>
        </pc:spChg>
        <pc:picChg chg="add del mod">
          <ac:chgData name="Nathan Ashish" userId="2db2250ab411dcc0" providerId="LiveId" clId="{7F202549-4177-4B57-9A11-F039F204C674}" dt="2022-10-19T06:42:50.624" v="1266" actId="21"/>
          <ac:picMkLst>
            <pc:docMk/>
            <pc:sldMk cId="972806461" sldId="260"/>
            <ac:picMk id="4" creationId="{25B9A37D-9595-B131-348C-43A68C8F5B56}"/>
          </ac:picMkLst>
        </pc:picChg>
      </pc:sldChg>
      <pc:sldChg chg="new del">
        <pc:chgData name="Nathan Ashish" userId="2db2250ab411dcc0" providerId="LiveId" clId="{7F202549-4177-4B57-9A11-F039F204C674}" dt="2022-10-17T07:35:30.135" v="838" actId="2696"/>
        <pc:sldMkLst>
          <pc:docMk/>
          <pc:sldMk cId="1545098575" sldId="261"/>
        </pc:sldMkLst>
      </pc:sldChg>
      <pc:sldChg chg="addSp delSp modSp new mod">
        <pc:chgData name="Nathan Ashish" userId="2db2250ab411dcc0" providerId="LiveId" clId="{7F202549-4177-4B57-9A11-F039F204C674}" dt="2022-10-25T05:08:54.403" v="2897" actId="255"/>
        <pc:sldMkLst>
          <pc:docMk/>
          <pc:sldMk cId="3150712299" sldId="261"/>
        </pc:sldMkLst>
        <pc:spChg chg="mod">
          <ac:chgData name="Nathan Ashish" userId="2db2250ab411dcc0" providerId="LiveId" clId="{7F202549-4177-4B57-9A11-F039F204C674}" dt="2022-10-25T05:08:54.403" v="2897" actId="255"/>
          <ac:spMkLst>
            <pc:docMk/>
            <pc:sldMk cId="3150712299" sldId="261"/>
            <ac:spMk id="2" creationId="{1887EFDA-493F-F5DC-6A36-D52AEC49F214}"/>
          </ac:spMkLst>
        </pc:spChg>
        <pc:spChg chg="del">
          <ac:chgData name="Nathan Ashish" userId="2db2250ab411dcc0" providerId="LiveId" clId="{7F202549-4177-4B57-9A11-F039F204C674}" dt="2022-10-17T07:37:34.199" v="847"/>
          <ac:spMkLst>
            <pc:docMk/>
            <pc:sldMk cId="3150712299" sldId="261"/>
            <ac:spMk id="3" creationId="{45045664-736D-9AA9-2DAB-227EC7680459}"/>
          </ac:spMkLst>
        </pc:spChg>
        <pc:spChg chg="add del mod">
          <ac:chgData name="Nathan Ashish" userId="2db2250ab411dcc0" providerId="LiveId" clId="{7F202549-4177-4B57-9A11-F039F204C674}" dt="2022-10-17T07:47:15.551" v="1003"/>
          <ac:spMkLst>
            <pc:docMk/>
            <pc:sldMk cId="3150712299" sldId="261"/>
            <ac:spMk id="8" creationId="{253CA161-F575-77D0-E526-00271FB958DB}"/>
          </ac:spMkLst>
        </pc:spChg>
        <pc:picChg chg="add del mod">
          <ac:chgData name="Nathan Ashish" userId="2db2250ab411dcc0" providerId="LiveId" clId="{7F202549-4177-4B57-9A11-F039F204C674}" dt="2022-10-17T07:47:13.371" v="1002" actId="478"/>
          <ac:picMkLst>
            <pc:docMk/>
            <pc:sldMk cId="3150712299" sldId="261"/>
            <ac:picMk id="4" creationId="{1ACDBB0B-2918-6BDD-02F1-4530E3EB9B12}"/>
          </ac:picMkLst>
        </pc:picChg>
        <pc:picChg chg="add del mod">
          <ac:chgData name="Nathan Ashish" userId="2db2250ab411dcc0" providerId="LiveId" clId="{7F202549-4177-4B57-9A11-F039F204C674}" dt="2022-10-17T07:43:47.806" v="855" actId="478"/>
          <ac:picMkLst>
            <pc:docMk/>
            <pc:sldMk cId="3150712299" sldId="261"/>
            <ac:picMk id="5" creationId="{FABE9F62-C639-71DC-17E3-BA0D7A9385BF}"/>
          </ac:picMkLst>
        </pc:picChg>
        <pc:picChg chg="add mod">
          <ac:chgData name="Nathan Ashish" userId="2db2250ab411dcc0" providerId="LiveId" clId="{7F202549-4177-4B57-9A11-F039F204C674}" dt="2022-10-17T07:44:20.164" v="860" actId="14100"/>
          <ac:picMkLst>
            <pc:docMk/>
            <pc:sldMk cId="3150712299" sldId="261"/>
            <ac:picMk id="6" creationId="{540062FB-2D61-9827-034E-1751621FA809}"/>
          </ac:picMkLst>
        </pc:picChg>
        <pc:picChg chg="add mod">
          <ac:chgData name="Nathan Ashish" userId="2db2250ab411dcc0" providerId="LiveId" clId="{7F202549-4177-4B57-9A11-F039F204C674}" dt="2022-10-17T07:48:03.217" v="1011" actId="14100"/>
          <ac:picMkLst>
            <pc:docMk/>
            <pc:sldMk cId="3150712299" sldId="261"/>
            <ac:picMk id="9" creationId="{5CDE9A3C-6DC4-2445-E4D3-78FD3B926E2C}"/>
          </ac:picMkLst>
        </pc:picChg>
      </pc:sldChg>
      <pc:sldChg chg="addSp modSp new del mod">
        <pc:chgData name="Nathan Ashish" userId="2db2250ab411dcc0" providerId="LiveId" clId="{7F202549-4177-4B57-9A11-F039F204C674}" dt="2022-10-17T07:37:25.602" v="845" actId="2696"/>
        <pc:sldMkLst>
          <pc:docMk/>
          <pc:sldMk cId="3811419741" sldId="261"/>
        </pc:sldMkLst>
        <pc:picChg chg="add mod">
          <ac:chgData name="Nathan Ashish" userId="2db2250ab411dcc0" providerId="LiveId" clId="{7F202549-4177-4B57-9A11-F039F204C674}" dt="2022-10-17T07:37:08.746" v="844" actId="14100"/>
          <ac:picMkLst>
            <pc:docMk/>
            <pc:sldMk cId="3811419741" sldId="261"/>
            <ac:picMk id="4" creationId="{D8565C9B-8DB8-96AE-D19F-FCF9721A35B5}"/>
          </ac:picMkLst>
        </pc:picChg>
      </pc:sldChg>
      <pc:sldChg chg="addSp delSp modSp new del mod">
        <pc:chgData name="Nathan Ashish" userId="2db2250ab411dcc0" providerId="LiveId" clId="{7F202549-4177-4B57-9A11-F039F204C674}" dt="2022-10-19T06:42:44.528" v="1265" actId="2696"/>
        <pc:sldMkLst>
          <pc:docMk/>
          <pc:sldMk cId="1233965568" sldId="262"/>
        </pc:sldMkLst>
        <pc:picChg chg="add del mod">
          <ac:chgData name="Nathan Ashish" userId="2db2250ab411dcc0" providerId="LiveId" clId="{7F202549-4177-4B57-9A11-F039F204C674}" dt="2022-10-19T06:19:20.152" v="1237" actId="478"/>
          <ac:picMkLst>
            <pc:docMk/>
            <pc:sldMk cId="1233965568" sldId="262"/>
            <ac:picMk id="2" creationId="{2A102AC8-19AF-C296-8197-656E7FDC998E}"/>
          </ac:picMkLst>
        </pc:picChg>
        <pc:picChg chg="add del mod">
          <ac:chgData name="Nathan Ashish" userId="2db2250ab411dcc0" providerId="LiveId" clId="{7F202549-4177-4B57-9A11-F039F204C674}" dt="2022-10-19T06:20:25.258" v="1244" actId="478"/>
          <ac:picMkLst>
            <pc:docMk/>
            <pc:sldMk cId="1233965568" sldId="262"/>
            <ac:picMk id="3" creationId="{BA02F2F6-1AF3-448D-FA1F-E89118235A05}"/>
          </ac:picMkLst>
        </pc:picChg>
      </pc:sldChg>
      <pc:sldChg chg="addSp delSp modSp new mod">
        <pc:chgData name="Nathan Ashish" userId="2db2250ab411dcc0" providerId="LiveId" clId="{7F202549-4177-4B57-9A11-F039F204C674}" dt="2022-10-25T05:08:31.569" v="2894" actId="113"/>
        <pc:sldMkLst>
          <pc:docMk/>
          <pc:sldMk cId="3931616460" sldId="263"/>
        </pc:sldMkLst>
        <pc:spChg chg="mod">
          <ac:chgData name="Nathan Ashish" userId="2db2250ab411dcc0" providerId="LiveId" clId="{7F202549-4177-4B57-9A11-F039F204C674}" dt="2022-10-25T05:08:31.569" v="2894" actId="113"/>
          <ac:spMkLst>
            <pc:docMk/>
            <pc:sldMk cId="3931616460" sldId="263"/>
            <ac:spMk id="2" creationId="{32994F1A-1D37-5748-6AE2-1DE7236980D6}"/>
          </ac:spMkLst>
        </pc:spChg>
        <pc:spChg chg="del mod">
          <ac:chgData name="Nathan Ashish" userId="2db2250ab411dcc0" providerId="LiveId" clId="{7F202549-4177-4B57-9A11-F039F204C674}" dt="2022-10-19T06:43:43.008" v="1273" actId="478"/>
          <ac:spMkLst>
            <pc:docMk/>
            <pc:sldMk cId="3931616460" sldId="263"/>
            <ac:spMk id="3" creationId="{F05F61A0-D9FC-B5E0-940A-E04D19CFE13C}"/>
          </ac:spMkLst>
        </pc:spChg>
        <pc:picChg chg="add del mod">
          <ac:chgData name="Nathan Ashish" userId="2db2250ab411dcc0" providerId="LiveId" clId="{7F202549-4177-4B57-9A11-F039F204C674}" dt="2022-10-19T06:43:44.888" v="1274" actId="478"/>
          <ac:picMkLst>
            <pc:docMk/>
            <pc:sldMk cId="3931616460" sldId="263"/>
            <ac:picMk id="4" creationId="{0DF95B0A-68CF-BD58-61A0-FA903ACE6220}"/>
          </ac:picMkLst>
        </pc:picChg>
        <pc:picChg chg="add mod">
          <ac:chgData name="Nathan Ashish" userId="2db2250ab411dcc0" providerId="LiveId" clId="{7F202549-4177-4B57-9A11-F039F204C674}" dt="2022-10-19T06:43:53.065" v="1276" actId="1076"/>
          <ac:picMkLst>
            <pc:docMk/>
            <pc:sldMk cId="3931616460" sldId="263"/>
            <ac:picMk id="5" creationId="{351EF1C3-4047-C472-5735-A8581E478559}"/>
          </ac:picMkLst>
        </pc:picChg>
      </pc:sldChg>
      <pc:sldChg chg="addSp delSp modSp new mod">
        <pc:chgData name="Nathan Ashish" userId="2db2250ab411dcc0" providerId="LiveId" clId="{7F202549-4177-4B57-9A11-F039F204C674}" dt="2022-10-25T05:08:04.886" v="2891" actId="12"/>
        <pc:sldMkLst>
          <pc:docMk/>
          <pc:sldMk cId="2412771398" sldId="264"/>
        </pc:sldMkLst>
        <pc:spChg chg="del mod">
          <ac:chgData name="Nathan Ashish" userId="2db2250ab411dcc0" providerId="LiveId" clId="{7F202549-4177-4B57-9A11-F039F204C674}" dt="2022-10-25T05:07:12.674" v="2882" actId="478"/>
          <ac:spMkLst>
            <pc:docMk/>
            <pc:sldMk cId="2412771398" sldId="264"/>
            <ac:spMk id="2" creationId="{CF6FA4DA-B32B-FC07-CD94-A5A8D0A596AE}"/>
          </ac:spMkLst>
        </pc:spChg>
        <pc:spChg chg="del mod">
          <ac:chgData name="Nathan Ashish" userId="2db2250ab411dcc0" providerId="LiveId" clId="{7F202549-4177-4B57-9A11-F039F204C674}" dt="2022-10-24T05:58:47.919" v="2252" actId="478"/>
          <ac:spMkLst>
            <pc:docMk/>
            <pc:sldMk cId="2412771398" sldId="264"/>
            <ac:spMk id="3" creationId="{B1405078-E425-74AC-7FE9-04BE47ECDB4A}"/>
          </ac:spMkLst>
        </pc:spChg>
        <pc:spChg chg="add del mod">
          <ac:chgData name="Nathan Ashish" userId="2db2250ab411dcc0" providerId="LiveId" clId="{7F202549-4177-4B57-9A11-F039F204C674}" dt="2022-10-25T05:07:16.022" v="2884" actId="478"/>
          <ac:spMkLst>
            <pc:docMk/>
            <pc:sldMk cId="2412771398" sldId="264"/>
            <ac:spMk id="4" creationId="{3251DB1E-B1A8-416B-391F-9E1994AA897F}"/>
          </ac:spMkLst>
        </pc:spChg>
        <pc:spChg chg="add mod">
          <ac:chgData name="Nathan Ashish" userId="2db2250ab411dcc0" providerId="LiveId" clId="{7F202549-4177-4B57-9A11-F039F204C674}" dt="2022-10-25T05:08:04.886" v="2891" actId="12"/>
          <ac:spMkLst>
            <pc:docMk/>
            <pc:sldMk cId="2412771398" sldId="264"/>
            <ac:spMk id="7" creationId="{3D35F4C9-6998-8DD5-C185-F4C1BBB9C843}"/>
          </ac:spMkLst>
        </pc:spChg>
        <pc:picChg chg="add del mod">
          <ac:chgData name="Nathan Ashish" userId="2db2250ab411dcc0" providerId="LiveId" clId="{7F202549-4177-4B57-9A11-F039F204C674}" dt="2022-10-24T05:59:02.690" v="2253" actId="478"/>
          <ac:picMkLst>
            <pc:docMk/>
            <pc:sldMk cId="2412771398" sldId="264"/>
            <ac:picMk id="4" creationId="{2F81AFC4-FD7B-F3F7-C6DD-ABD92CF77E0E}"/>
          </ac:picMkLst>
        </pc:picChg>
        <pc:picChg chg="add mod">
          <ac:chgData name="Nathan Ashish" userId="2db2250ab411dcc0" providerId="LiveId" clId="{7F202549-4177-4B57-9A11-F039F204C674}" dt="2022-10-24T05:59:23.515" v="2258" actId="1076"/>
          <ac:picMkLst>
            <pc:docMk/>
            <pc:sldMk cId="2412771398" sldId="264"/>
            <ac:picMk id="5" creationId="{C573F7C5-B177-576B-36CC-746E18A952A1}"/>
          </ac:picMkLst>
        </pc:picChg>
      </pc:sldChg>
      <pc:sldChg chg="modSp new mod">
        <pc:chgData name="Nathan Ashish" userId="2db2250ab411dcc0" providerId="LiveId" clId="{7F202549-4177-4B57-9A11-F039F204C674}" dt="2022-10-25T05:05:54.636" v="2876" actId="12"/>
        <pc:sldMkLst>
          <pc:docMk/>
          <pc:sldMk cId="1705761842" sldId="265"/>
        </pc:sldMkLst>
        <pc:spChg chg="mod">
          <ac:chgData name="Nathan Ashish" userId="2db2250ab411dcc0" providerId="LiveId" clId="{7F202549-4177-4B57-9A11-F039F204C674}" dt="2022-10-24T05:53:29.598" v="2145" actId="14100"/>
          <ac:spMkLst>
            <pc:docMk/>
            <pc:sldMk cId="1705761842" sldId="265"/>
            <ac:spMk id="2" creationId="{76564FB4-D616-1CDD-88C9-6256D26F23C3}"/>
          </ac:spMkLst>
        </pc:spChg>
        <pc:spChg chg="mod">
          <ac:chgData name="Nathan Ashish" userId="2db2250ab411dcc0" providerId="LiveId" clId="{7F202549-4177-4B57-9A11-F039F204C674}" dt="2022-10-25T05:05:54.636" v="2876" actId="12"/>
          <ac:spMkLst>
            <pc:docMk/>
            <pc:sldMk cId="1705761842" sldId="265"/>
            <ac:spMk id="3" creationId="{9C616883-F2CB-EAE6-D6FC-6045C2DF6529}"/>
          </ac:spMkLst>
        </pc:spChg>
      </pc:sldChg>
      <pc:sldChg chg="addSp delSp modSp new mod addCm delCm">
        <pc:chgData name="Nathan Ashish" userId="2db2250ab411dcc0" providerId="LiveId" clId="{7F202549-4177-4B57-9A11-F039F204C674}" dt="2022-10-24T06:08:21.855" v="2292" actId="1076"/>
        <pc:sldMkLst>
          <pc:docMk/>
          <pc:sldMk cId="3466569088" sldId="266"/>
        </pc:sldMkLst>
        <pc:picChg chg="add del mod">
          <ac:chgData name="Nathan Ashish" userId="2db2250ab411dcc0" providerId="LiveId" clId="{7F202549-4177-4B57-9A11-F039F204C674}" dt="2022-10-24T06:08:17.167" v="2291" actId="1076"/>
          <ac:picMkLst>
            <pc:docMk/>
            <pc:sldMk cId="3466569088" sldId="266"/>
            <ac:picMk id="2" creationId="{B9120232-0CDE-0A40-3A41-39669EF8A7C3}"/>
          </ac:picMkLst>
        </pc:picChg>
        <pc:picChg chg="add mod">
          <ac:chgData name="Nathan Ashish" userId="2db2250ab411dcc0" providerId="LiveId" clId="{7F202549-4177-4B57-9A11-F039F204C674}" dt="2022-10-24T06:08:21.855" v="2292" actId="1076"/>
          <ac:picMkLst>
            <pc:docMk/>
            <pc:sldMk cId="3466569088" sldId="266"/>
            <ac:picMk id="3" creationId="{EDC23EDD-A2E6-B1D7-8A14-24038B26F09B}"/>
          </ac:picMkLst>
        </pc:picChg>
        <pc:picChg chg="add del">
          <ac:chgData name="Nathan Ashish" userId="2db2250ab411dcc0" providerId="LiveId" clId="{7F202549-4177-4B57-9A11-F039F204C674}" dt="2022-10-24T06:04:17.376" v="2276" actId="478"/>
          <ac:picMkLst>
            <pc:docMk/>
            <pc:sldMk cId="3466569088" sldId="266"/>
            <ac:picMk id="1026" creationId="{CD620928-C60E-3CB5-3178-6D630A0F1285}"/>
          </ac:picMkLst>
        </pc:picChg>
        <pc:picChg chg="add del">
          <ac:chgData name="Nathan Ashish" userId="2db2250ab411dcc0" providerId="LiveId" clId="{7F202549-4177-4B57-9A11-F039F204C674}" dt="2022-10-24T06:04:22.215" v="2278" actId="478"/>
          <ac:picMkLst>
            <pc:docMk/>
            <pc:sldMk cId="3466569088" sldId="266"/>
            <ac:picMk id="1028" creationId="{7F5F891D-9FAB-30EE-D719-FA8A80AE0ACE}"/>
          </ac:picMkLst>
        </pc:picChg>
      </pc:sldChg>
      <pc:sldChg chg="addSp delSp modSp new del">
        <pc:chgData name="Nathan Ashish" userId="2db2250ab411dcc0" providerId="LiveId" clId="{7F202549-4177-4B57-9A11-F039F204C674}" dt="2022-10-24T06:57:47.664" v="2293" actId="2696"/>
        <pc:sldMkLst>
          <pc:docMk/>
          <pc:sldMk cId="1210373317" sldId="267"/>
        </pc:sldMkLst>
        <pc:spChg chg="add del">
          <ac:chgData name="Nathan Ashish" userId="2db2250ab411dcc0" providerId="LiveId" clId="{7F202549-4177-4B57-9A11-F039F204C674}" dt="2022-10-24T06:08:10.485" v="2289"/>
          <ac:spMkLst>
            <pc:docMk/>
            <pc:sldMk cId="1210373317" sldId="267"/>
            <ac:spMk id="3" creationId="{84EE2754-CD91-C18D-66A4-AD258B603A20}"/>
          </ac:spMkLst>
        </pc:spChg>
        <pc:picChg chg="add del mod">
          <ac:chgData name="Nathan Ashish" userId="2db2250ab411dcc0" providerId="LiveId" clId="{7F202549-4177-4B57-9A11-F039F204C674}" dt="2022-10-24T06:08:10.485" v="2289"/>
          <ac:picMkLst>
            <pc:docMk/>
            <pc:sldMk cId="1210373317" sldId="267"/>
            <ac:picMk id="5" creationId="{B861C838-BDDF-46C3-5481-BBC66FBCE7F0}"/>
          </ac:picMkLst>
        </pc:picChg>
      </pc:sldChg>
      <pc:sldChg chg="addSp delSp modSp new mod addCm delCm modCm">
        <pc:chgData name="Nathan Ashish" userId="2db2250ab411dcc0" providerId="LiveId" clId="{7F202549-4177-4B57-9A11-F039F204C674}" dt="2022-10-24T07:29:59.042" v="2495" actId="20577"/>
        <pc:sldMkLst>
          <pc:docMk/>
          <pc:sldMk cId="2012136597" sldId="267"/>
        </pc:sldMkLst>
        <pc:spChg chg="add del mod">
          <ac:chgData name="Nathan Ashish" userId="2db2250ab411dcc0" providerId="LiveId" clId="{7F202549-4177-4B57-9A11-F039F204C674}" dt="2022-10-24T07:17:25.817" v="2403"/>
          <ac:spMkLst>
            <pc:docMk/>
            <pc:sldMk cId="2012136597" sldId="267"/>
            <ac:spMk id="5" creationId="{36E5366D-F66C-EB79-CC5C-D292CFFDBDEF}"/>
          </ac:spMkLst>
        </pc:spChg>
        <pc:spChg chg="add mod">
          <ac:chgData name="Nathan Ashish" userId="2db2250ab411dcc0" providerId="LiveId" clId="{7F202549-4177-4B57-9A11-F039F204C674}" dt="2022-10-24T07:29:59.042" v="2495" actId="20577"/>
          <ac:spMkLst>
            <pc:docMk/>
            <pc:sldMk cId="2012136597" sldId="267"/>
            <ac:spMk id="7" creationId="{9A7D5B67-5192-1324-3325-BE2B5B59D457}"/>
          </ac:spMkLst>
        </pc:spChg>
        <pc:spChg chg="add del">
          <ac:chgData name="Nathan Ashish" userId="2db2250ab411dcc0" providerId="LiveId" clId="{7F202549-4177-4B57-9A11-F039F204C674}" dt="2022-10-24T07:25:50.219" v="2462"/>
          <ac:spMkLst>
            <pc:docMk/>
            <pc:sldMk cId="2012136597" sldId="267"/>
            <ac:spMk id="9" creationId="{5D21E8EC-7263-834A-263D-5AFD8CB461AA}"/>
          </ac:spMkLst>
        </pc:spChg>
        <pc:spChg chg="add mod">
          <ac:chgData name="Nathan Ashish" userId="2db2250ab411dcc0" providerId="LiveId" clId="{7F202549-4177-4B57-9A11-F039F204C674}" dt="2022-10-24T07:29:07.685" v="2488" actId="2711"/>
          <ac:spMkLst>
            <pc:docMk/>
            <pc:sldMk cId="2012136597" sldId="267"/>
            <ac:spMk id="12" creationId="{1FB02B09-C1D9-0F54-F4A3-A7DC308CA18F}"/>
          </ac:spMkLst>
        </pc:spChg>
        <pc:picChg chg="add del mod">
          <ac:chgData name="Nathan Ashish" userId="2db2250ab411dcc0" providerId="LiveId" clId="{7F202549-4177-4B57-9A11-F039F204C674}" dt="2022-10-24T07:13:06.969" v="2381" actId="478"/>
          <ac:picMkLst>
            <pc:docMk/>
            <pc:sldMk cId="2012136597" sldId="267"/>
            <ac:picMk id="2" creationId="{DEB792C6-BC23-7748-E711-D1DDA6C61668}"/>
          </ac:picMkLst>
        </pc:picChg>
        <pc:picChg chg="add del mod">
          <ac:chgData name="Nathan Ashish" userId="2db2250ab411dcc0" providerId="LiveId" clId="{7F202549-4177-4B57-9A11-F039F204C674}" dt="2022-10-24T07:24:15.931" v="2450" actId="478"/>
          <ac:picMkLst>
            <pc:docMk/>
            <pc:sldMk cId="2012136597" sldId="267"/>
            <ac:picMk id="3" creationId="{E068104F-E430-A057-D439-93C1B01AD95D}"/>
          </ac:picMkLst>
        </pc:picChg>
        <pc:picChg chg="add del mod">
          <ac:chgData name="Nathan Ashish" userId="2db2250ab411dcc0" providerId="LiveId" clId="{7F202549-4177-4B57-9A11-F039F204C674}" dt="2022-10-24T07:26:42.618" v="2471" actId="478"/>
          <ac:picMkLst>
            <pc:docMk/>
            <pc:sldMk cId="2012136597" sldId="267"/>
            <ac:picMk id="4" creationId="{256150A1-F2B9-9815-AFAD-5528C0343A0C}"/>
          </ac:picMkLst>
        </pc:picChg>
        <pc:picChg chg="add del">
          <ac:chgData name="Nathan Ashish" userId="2db2250ab411dcc0" providerId="LiveId" clId="{7F202549-4177-4B57-9A11-F039F204C674}" dt="2022-10-24T07:19:39.830" v="2419" actId="478"/>
          <ac:picMkLst>
            <pc:docMk/>
            <pc:sldMk cId="2012136597" sldId="267"/>
            <ac:picMk id="6" creationId="{3D33630D-868E-C87D-432F-3856086A97B9}"/>
          </ac:picMkLst>
        </pc:picChg>
        <pc:picChg chg="add del mod">
          <ac:chgData name="Nathan Ashish" userId="2db2250ab411dcc0" providerId="LiveId" clId="{7F202549-4177-4B57-9A11-F039F204C674}" dt="2022-10-24T07:25:51.097" v="2466"/>
          <ac:picMkLst>
            <pc:docMk/>
            <pc:sldMk cId="2012136597" sldId="267"/>
            <ac:picMk id="8" creationId="{B043DD02-6C7E-0DFA-320A-90F2018BA4B2}"/>
          </ac:picMkLst>
        </pc:picChg>
        <pc:picChg chg="add mod">
          <ac:chgData name="Nathan Ashish" userId="2db2250ab411dcc0" providerId="LiveId" clId="{7F202549-4177-4B57-9A11-F039F204C674}" dt="2022-10-24T07:28:39.922" v="2485" actId="1076"/>
          <ac:picMkLst>
            <pc:docMk/>
            <pc:sldMk cId="2012136597" sldId="267"/>
            <ac:picMk id="10" creationId="{4F39691A-AFF4-F383-AFD4-B2D8F9B1FC94}"/>
          </ac:picMkLst>
        </pc:picChg>
        <pc:picChg chg="add mod">
          <ac:chgData name="Nathan Ashish" userId="2db2250ab411dcc0" providerId="LiveId" clId="{7F202549-4177-4B57-9A11-F039F204C674}" dt="2022-10-24T07:29:50.594" v="2494" actId="14100"/>
          <ac:picMkLst>
            <pc:docMk/>
            <pc:sldMk cId="2012136597" sldId="267"/>
            <ac:picMk id="13" creationId="{6A39289F-B34C-EBC1-9582-95174BE2C488}"/>
          </ac:picMkLst>
        </pc:picChg>
        <pc:picChg chg="add del">
          <ac:chgData name="Nathan Ashish" userId="2db2250ab411dcc0" providerId="LiveId" clId="{7F202549-4177-4B57-9A11-F039F204C674}" dt="2022-10-24T07:18:07.039" v="2412" actId="478"/>
          <ac:picMkLst>
            <pc:docMk/>
            <pc:sldMk cId="2012136597" sldId="267"/>
            <ac:picMk id="2051" creationId="{E08469FF-FE41-DDE8-80AA-F98D928E4B97}"/>
          </ac:picMkLst>
        </pc:picChg>
        <pc:picChg chg="add del">
          <ac:chgData name="Nathan Ashish" userId="2db2250ab411dcc0" providerId="LiveId" clId="{7F202549-4177-4B57-9A11-F039F204C674}" dt="2022-10-24T07:18:59.006" v="2417"/>
          <ac:picMkLst>
            <pc:docMk/>
            <pc:sldMk cId="2012136597" sldId="267"/>
            <ac:picMk id="2053" creationId="{6A19478D-3DB9-BE56-D30E-D8D095D858B9}"/>
          </ac:picMkLst>
        </pc:picChg>
        <pc:picChg chg="add del mod">
          <ac:chgData name="Nathan Ashish" userId="2db2250ab411dcc0" providerId="LiveId" clId="{7F202549-4177-4B57-9A11-F039F204C674}" dt="2022-10-24T07:24:46.524" v="2455" actId="478"/>
          <ac:picMkLst>
            <pc:docMk/>
            <pc:sldMk cId="2012136597" sldId="267"/>
            <ac:picMk id="2055" creationId="{E4DCAD14-A386-E71D-4594-70B98566DE3A}"/>
          </ac:picMkLst>
        </pc:picChg>
      </pc:sldChg>
      <pc:sldChg chg="addSp delSp modSp new del mod">
        <pc:chgData name="Nathan Ashish" userId="2db2250ab411dcc0" providerId="LiveId" clId="{7F202549-4177-4B57-9A11-F039F204C674}" dt="2022-10-30T04:08:06.659" v="3803" actId="47"/>
        <pc:sldMkLst>
          <pc:docMk/>
          <pc:sldMk cId="2830906425" sldId="268"/>
        </pc:sldMkLst>
        <pc:spChg chg="mod">
          <ac:chgData name="Nathan Ashish" userId="2db2250ab411dcc0" providerId="LiveId" clId="{7F202549-4177-4B57-9A11-F039F204C674}" dt="2022-10-30T04:07:30.795" v="3797" actId="1076"/>
          <ac:spMkLst>
            <pc:docMk/>
            <pc:sldMk cId="2830906425" sldId="268"/>
            <ac:spMk id="2" creationId="{AC5BC858-6001-AC48-583E-F7C22D793DCB}"/>
          </ac:spMkLst>
        </pc:spChg>
        <pc:spChg chg="add del mod">
          <ac:chgData name="Nathan Ashish" userId="2db2250ab411dcc0" providerId="LiveId" clId="{7F202549-4177-4B57-9A11-F039F204C674}" dt="2022-10-30T03:57:25.126" v="3769" actId="478"/>
          <ac:spMkLst>
            <pc:docMk/>
            <pc:sldMk cId="2830906425" sldId="268"/>
            <ac:spMk id="3" creationId="{2F7A89F0-A461-4CD3-9944-7A3976945B86}"/>
          </ac:spMkLst>
        </pc:spChg>
        <pc:spChg chg="del">
          <ac:chgData name="Nathan Ashish" userId="2db2250ab411dcc0" providerId="LiveId" clId="{7F202549-4177-4B57-9A11-F039F204C674}" dt="2022-10-24T07:48:50.361" v="2623" actId="478"/>
          <ac:spMkLst>
            <pc:docMk/>
            <pc:sldMk cId="2830906425" sldId="268"/>
            <ac:spMk id="3" creationId="{AF4853C1-9ECF-5EDF-03EC-4BE52C2D7A2E}"/>
          </ac:spMkLst>
        </pc:spChg>
        <pc:spChg chg="add del">
          <ac:chgData name="Nathan Ashish" userId="2db2250ab411dcc0" providerId="LiveId" clId="{7F202549-4177-4B57-9A11-F039F204C674}" dt="2022-10-30T04:00:58.213" v="3771" actId="478"/>
          <ac:spMkLst>
            <pc:docMk/>
            <pc:sldMk cId="2830906425" sldId="268"/>
            <ac:spMk id="4" creationId="{58AF93BA-11B2-03AB-57A4-DE7DC7A36973}"/>
          </ac:spMkLst>
        </pc:spChg>
        <pc:spChg chg="add del mod">
          <ac:chgData name="Nathan Ashish" userId="2db2250ab411dcc0" providerId="LiveId" clId="{7F202549-4177-4B57-9A11-F039F204C674}" dt="2022-10-25T05:27:48.478" v="2908" actId="478"/>
          <ac:spMkLst>
            <pc:docMk/>
            <pc:sldMk cId="2830906425" sldId="268"/>
            <ac:spMk id="5" creationId="{4299E341-67AA-21FB-D51C-2F69FDCEE5FF}"/>
          </ac:spMkLst>
        </pc:spChg>
        <pc:graphicFrameChg chg="add del mod modGraphic">
          <ac:chgData name="Nathan Ashish" userId="2db2250ab411dcc0" providerId="LiveId" clId="{7F202549-4177-4B57-9A11-F039F204C674}" dt="2022-10-25T05:28:45.820" v="2915" actId="478"/>
          <ac:graphicFrameMkLst>
            <pc:docMk/>
            <pc:sldMk cId="2830906425" sldId="268"/>
            <ac:graphicFrameMk id="6" creationId="{E0A08DD0-D14D-ECDB-E5FF-A9D0AB083C24}"/>
          </ac:graphicFrameMkLst>
        </pc:graphicFrameChg>
        <pc:graphicFrameChg chg="add del mod modGraphic">
          <ac:chgData name="Nathan Ashish" userId="2db2250ab411dcc0" providerId="LiveId" clId="{7F202549-4177-4B57-9A11-F039F204C674}" dt="2022-10-25T05:29:40.198" v="2921" actId="478"/>
          <ac:graphicFrameMkLst>
            <pc:docMk/>
            <pc:sldMk cId="2830906425" sldId="268"/>
            <ac:graphicFrameMk id="7" creationId="{51E8057F-E6E1-D939-A362-C8CAFE1F8523}"/>
          </ac:graphicFrameMkLst>
        </pc:graphicFrameChg>
        <pc:graphicFrameChg chg="add del mod modGraphic">
          <ac:chgData name="Nathan Ashish" userId="2db2250ab411dcc0" providerId="LiveId" clId="{7F202549-4177-4B57-9A11-F039F204C674}" dt="2022-10-25T05:30:34.242" v="2927" actId="478"/>
          <ac:graphicFrameMkLst>
            <pc:docMk/>
            <pc:sldMk cId="2830906425" sldId="268"/>
            <ac:graphicFrameMk id="8" creationId="{C11A492B-0068-CAFA-0113-1FE8216E89EB}"/>
          </ac:graphicFrameMkLst>
        </pc:graphicFrameChg>
        <pc:graphicFrameChg chg="add del mod modGraphic">
          <ac:chgData name="Nathan Ashish" userId="2db2250ab411dcc0" providerId="LiveId" clId="{7F202549-4177-4B57-9A11-F039F204C674}" dt="2022-10-25T05:31:23.836" v="2934" actId="478"/>
          <ac:graphicFrameMkLst>
            <pc:docMk/>
            <pc:sldMk cId="2830906425" sldId="268"/>
            <ac:graphicFrameMk id="9" creationId="{F16EA211-6737-B7B6-B99D-FE756D265FB5}"/>
          </ac:graphicFrameMkLst>
        </pc:graphicFrameChg>
        <pc:graphicFrameChg chg="add del mod modGraphic">
          <ac:chgData name="Nathan Ashish" userId="2db2250ab411dcc0" providerId="LiveId" clId="{7F202549-4177-4B57-9A11-F039F204C674}" dt="2022-10-30T03:57:02.879" v="3765" actId="478"/>
          <ac:graphicFrameMkLst>
            <pc:docMk/>
            <pc:sldMk cId="2830906425" sldId="268"/>
            <ac:graphicFrameMk id="10" creationId="{137B9C25-9827-9179-903E-5A001B560C84}"/>
          </ac:graphicFrameMkLst>
        </pc:graphicFrameChg>
        <pc:picChg chg="add del mod">
          <ac:chgData name="Nathan Ashish" userId="2db2250ab411dcc0" providerId="LiveId" clId="{7F202549-4177-4B57-9A11-F039F204C674}" dt="2022-10-25T05:27:29.869" v="2904" actId="478"/>
          <ac:picMkLst>
            <pc:docMk/>
            <pc:sldMk cId="2830906425" sldId="268"/>
            <ac:picMk id="4" creationId="{2AA4948F-C95D-B6C2-719E-6099C71790CB}"/>
          </ac:picMkLst>
        </pc:picChg>
      </pc:sldChg>
      <pc:sldChg chg="addSp delSp modSp new del mod">
        <pc:chgData name="Nathan Ashish" userId="2db2250ab411dcc0" providerId="LiveId" clId="{7F202549-4177-4B57-9A11-F039F204C674}" dt="2022-10-24T07:31:44.464" v="2501" actId="47"/>
        <pc:sldMkLst>
          <pc:docMk/>
          <pc:sldMk cId="3650449311" sldId="269"/>
        </pc:sldMkLst>
        <pc:spChg chg="del">
          <ac:chgData name="Nathan Ashish" userId="2db2250ab411dcc0" providerId="LiveId" clId="{7F202549-4177-4B57-9A11-F039F204C674}" dt="2022-10-24T07:30:46.149" v="2496"/>
          <ac:spMkLst>
            <pc:docMk/>
            <pc:sldMk cId="3650449311" sldId="269"/>
            <ac:spMk id="4" creationId="{3E919EC3-7859-9F62-7E7C-003AB289676D}"/>
          </ac:spMkLst>
        </pc:spChg>
        <pc:spChg chg="add mod">
          <ac:chgData name="Nathan Ashish" userId="2db2250ab411dcc0" providerId="LiveId" clId="{7F202549-4177-4B57-9A11-F039F204C674}" dt="2022-10-24T07:30:56.220" v="2499" actId="478"/>
          <ac:spMkLst>
            <pc:docMk/>
            <pc:sldMk cId="3650449311" sldId="269"/>
            <ac:spMk id="9" creationId="{90256DBC-CFF4-5099-67CE-9B1276876940}"/>
          </ac:spMkLst>
        </pc:spChg>
        <pc:picChg chg="add del mod">
          <ac:chgData name="Nathan Ashish" userId="2db2250ab411dcc0" providerId="LiveId" clId="{7F202549-4177-4B57-9A11-F039F204C674}" dt="2022-10-24T07:30:56.220" v="2499" actId="478"/>
          <ac:picMkLst>
            <pc:docMk/>
            <pc:sldMk cId="3650449311" sldId="269"/>
            <ac:picMk id="7" creationId="{FA7EC084-F52F-6510-E69C-B67BA5045ABB}"/>
          </ac:picMkLst>
        </pc:picChg>
      </pc:sldChg>
      <pc:sldChg chg="addSp delSp modSp new add del mod">
        <pc:chgData name="Nathan Ashish" userId="2db2250ab411dcc0" providerId="LiveId" clId="{7F202549-4177-4B57-9A11-F039F204C674}" dt="2022-10-24T07:39:33.605" v="2507" actId="2696"/>
        <pc:sldMkLst>
          <pc:docMk/>
          <pc:sldMk cId="2058071532" sldId="270"/>
        </pc:sldMkLst>
        <pc:spChg chg="add del">
          <ac:chgData name="Nathan Ashish" userId="2db2250ab411dcc0" providerId="LiveId" clId="{7F202549-4177-4B57-9A11-F039F204C674}" dt="2022-10-24T07:23:54.813" v="2447"/>
          <ac:spMkLst>
            <pc:docMk/>
            <pc:sldMk cId="2058071532" sldId="270"/>
            <ac:spMk id="4" creationId="{1E84D4C9-E4D8-2EA3-C394-7774F2C325EE}"/>
          </ac:spMkLst>
        </pc:spChg>
        <pc:picChg chg="add del mod">
          <ac:chgData name="Nathan Ashish" userId="2db2250ab411dcc0" providerId="LiveId" clId="{7F202549-4177-4B57-9A11-F039F204C674}" dt="2022-10-24T07:23:54.813" v="2447"/>
          <ac:picMkLst>
            <pc:docMk/>
            <pc:sldMk cId="2058071532" sldId="270"/>
            <ac:picMk id="12" creationId="{B495C7B4-3A42-5DBB-5AF2-13A68E1FDAB9}"/>
          </ac:picMkLst>
        </pc:picChg>
      </pc:sldChg>
      <pc:sldChg chg="addSp modSp new">
        <pc:chgData name="Nathan Ashish" userId="2db2250ab411dcc0" providerId="LiveId" clId="{7F202549-4177-4B57-9A11-F039F204C674}" dt="2022-10-24T07:32:08.960" v="2506" actId="1076"/>
        <pc:sldMkLst>
          <pc:docMk/>
          <pc:sldMk cId="3946204324" sldId="271"/>
        </pc:sldMkLst>
        <pc:picChg chg="add mod">
          <ac:chgData name="Nathan Ashish" userId="2db2250ab411dcc0" providerId="LiveId" clId="{7F202549-4177-4B57-9A11-F039F204C674}" dt="2022-10-24T07:32:08.960" v="2506" actId="1076"/>
          <ac:picMkLst>
            <pc:docMk/>
            <pc:sldMk cId="3946204324" sldId="271"/>
            <ac:picMk id="3074" creationId="{1A22AD44-4687-0697-0CDE-82FCB133E3AE}"/>
          </ac:picMkLst>
        </pc:picChg>
      </pc:sldChg>
      <pc:sldChg chg="addSp delSp modSp new mod">
        <pc:chgData name="Nathan Ashish" userId="2db2250ab411dcc0" providerId="LiveId" clId="{7F202549-4177-4B57-9A11-F039F204C674}" dt="2022-10-25T06:50:42.704" v="3164" actId="20577"/>
        <pc:sldMkLst>
          <pc:docMk/>
          <pc:sldMk cId="1182433722" sldId="272"/>
        </pc:sldMkLst>
        <pc:spChg chg="mod">
          <ac:chgData name="Nathan Ashish" userId="2db2250ab411dcc0" providerId="LiveId" clId="{7F202549-4177-4B57-9A11-F039F204C674}" dt="2022-10-25T06:50:42.704" v="3164" actId="20577"/>
          <ac:spMkLst>
            <pc:docMk/>
            <pc:sldMk cId="1182433722" sldId="272"/>
            <ac:spMk id="2" creationId="{4DCACF6B-0FC1-94F7-0234-6998F3517A7C}"/>
          </ac:spMkLst>
        </pc:spChg>
        <pc:spChg chg="del">
          <ac:chgData name="Nathan Ashish" userId="2db2250ab411dcc0" providerId="LiveId" clId="{7F202549-4177-4B57-9A11-F039F204C674}" dt="2022-10-24T07:55:56.429" v="2641" actId="478"/>
          <ac:spMkLst>
            <pc:docMk/>
            <pc:sldMk cId="1182433722" sldId="272"/>
            <ac:spMk id="3" creationId="{7DA9B6B7-D3DB-39C8-C5AB-DE4D03355533}"/>
          </ac:spMkLst>
        </pc:spChg>
        <pc:picChg chg="add del mod">
          <ac:chgData name="Nathan Ashish" userId="2db2250ab411dcc0" providerId="LiveId" clId="{7F202549-4177-4B57-9A11-F039F204C674}" dt="2022-10-24T07:56:57.115" v="2649" actId="478"/>
          <ac:picMkLst>
            <pc:docMk/>
            <pc:sldMk cId="1182433722" sldId="272"/>
            <ac:picMk id="5" creationId="{CBD9F7F3-656B-F8CC-56D3-B038E2D5B77F}"/>
          </ac:picMkLst>
        </pc:picChg>
        <pc:picChg chg="add del mod">
          <ac:chgData name="Nathan Ashish" userId="2db2250ab411dcc0" providerId="LiveId" clId="{7F202549-4177-4B57-9A11-F039F204C674}" dt="2022-10-24T07:57:32.092" v="2657" actId="478"/>
          <ac:picMkLst>
            <pc:docMk/>
            <pc:sldMk cId="1182433722" sldId="272"/>
            <ac:picMk id="7" creationId="{69A8136F-2F55-8385-AF6A-8CFED86A826D}"/>
          </ac:picMkLst>
        </pc:picChg>
        <pc:picChg chg="add del mod">
          <ac:chgData name="Nathan Ashish" userId="2db2250ab411dcc0" providerId="LiveId" clId="{7F202549-4177-4B57-9A11-F039F204C674}" dt="2022-10-24T07:58:00.971" v="2664" actId="478"/>
          <ac:picMkLst>
            <pc:docMk/>
            <pc:sldMk cId="1182433722" sldId="272"/>
            <ac:picMk id="9" creationId="{F0402C10-4ABE-2A49-4CBE-556F1BF92293}"/>
          </ac:picMkLst>
        </pc:picChg>
        <pc:picChg chg="add mod modCrop">
          <ac:chgData name="Nathan Ashish" userId="2db2250ab411dcc0" providerId="LiveId" clId="{7F202549-4177-4B57-9A11-F039F204C674}" dt="2022-10-24T08:00:07.387" v="2675" actId="14100"/>
          <ac:picMkLst>
            <pc:docMk/>
            <pc:sldMk cId="1182433722" sldId="272"/>
            <ac:picMk id="11" creationId="{C610F922-F42F-2B5B-140E-32A4B60DBE3A}"/>
          </ac:picMkLst>
        </pc:picChg>
      </pc:sldChg>
      <pc:sldChg chg="modSp new del mod">
        <pc:chgData name="Nathan Ashish" userId="2db2250ab411dcc0" providerId="LiveId" clId="{7F202549-4177-4B57-9A11-F039F204C674}" dt="2022-10-24T08:02:17.489" v="2689" actId="2696"/>
        <pc:sldMkLst>
          <pc:docMk/>
          <pc:sldMk cId="1983619058" sldId="273"/>
        </pc:sldMkLst>
        <pc:spChg chg="mod">
          <ac:chgData name="Nathan Ashish" userId="2db2250ab411dcc0" providerId="LiveId" clId="{7F202549-4177-4B57-9A11-F039F204C674}" dt="2022-10-24T08:01:11.628" v="2688" actId="20577"/>
          <ac:spMkLst>
            <pc:docMk/>
            <pc:sldMk cId="1983619058" sldId="273"/>
            <ac:spMk id="2" creationId="{5E0CB6EC-0191-7AC7-37C9-10C7DA8F54B7}"/>
          </ac:spMkLst>
        </pc:spChg>
      </pc:sldChg>
      <pc:sldChg chg="addSp delSp modSp new mod">
        <pc:chgData name="Nathan Ashish" userId="2db2250ab411dcc0" providerId="LiveId" clId="{7F202549-4177-4B57-9A11-F039F204C674}" dt="2022-10-24T08:03:42.626" v="2705" actId="1076"/>
        <pc:sldMkLst>
          <pc:docMk/>
          <pc:sldMk cId="3574801104" sldId="273"/>
        </pc:sldMkLst>
        <pc:picChg chg="add del mod">
          <ac:chgData name="Nathan Ashish" userId="2db2250ab411dcc0" providerId="LiveId" clId="{7F202549-4177-4B57-9A11-F039F204C674}" dt="2022-10-24T08:03:19.737" v="2698" actId="478"/>
          <ac:picMkLst>
            <pc:docMk/>
            <pc:sldMk cId="3574801104" sldId="273"/>
            <ac:picMk id="2" creationId="{F482DC0A-4382-5438-5A4D-8865F9F25214}"/>
          </ac:picMkLst>
        </pc:picChg>
        <pc:picChg chg="add mod">
          <ac:chgData name="Nathan Ashish" userId="2db2250ab411dcc0" providerId="LiveId" clId="{7F202549-4177-4B57-9A11-F039F204C674}" dt="2022-10-24T08:03:42.626" v="2705" actId="1076"/>
          <ac:picMkLst>
            <pc:docMk/>
            <pc:sldMk cId="3574801104" sldId="273"/>
            <ac:picMk id="3" creationId="{A1D2C630-18F9-C743-CE2F-27E8C2D83258}"/>
          </ac:picMkLst>
        </pc:picChg>
      </pc:sldChg>
      <pc:sldChg chg="addSp delSp modSp new mod">
        <pc:chgData name="Nathan Ashish" userId="2db2250ab411dcc0" providerId="LiveId" clId="{7F202549-4177-4B57-9A11-F039F204C674}" dt="2022-10-25T05:48:07.156" v="2983" actId="14100"/>
        <pc:sldMkLst>
          <pc:docMk/>
          <pc:sldMk cId="3656427555" sldId="274"/>
        </pc:sldMkLst>
        <pc:picChg chg="add del mod">
          <ac:chgData name="Nathan Ashish" userId="2db2250ab411dcc0" providerId="LiveId" clId="{7F202549-4177-4B57-9A11-F039F204C674}" dt="2022-10-25T05:44:36.085" v="2957" actId="478"/>
          <ac:picMkLst>
            <pc:docMk/>
            <pc:sldMk cId="3656427555" sldId="274"/>
            <ac:picMk id="3" creationId="{9CB8512F-A9BE-63C3-B869-4BD6E20D7280}"/>
          </ac:picMkLst>
        </pc:picChg>
        <pc:picChg chg="add mod">
          <ac:chgData name="Nathan Ashish" userId="2db2250ab411dcc0" providerId="LiveId" clId="{7F202549-4177-4B57-9A11-F039F204C674}" dt="2022-10-25T05:48:01.764" v="2981" actId="1076"/>
          <ac:picMkLst>
            <pc:docMk/>
            <pc:sldMk cId="3656427555" sldId="274"/>
            <ac:picMk id="5" creationId="{68096F8C-C384-A47D-CB9A-1F009F542CAE}"/>
          </ac:picMkLst>
        </pc:picChg>
        <pc:picChg chg="add del mod">
          <ac:chgData name="Nathan Ashish" userId="2db2250ab411dcc0" providerId="LiveId" clId="{7F202549-4177-4B57-9A11-F039F204C674}" dt="2022-10-25T05:47:29.619" v="2974" actId="478"/>
          <ac:picMkLst>
            <pc:docMk/>
            <pc:sldMk cId="3656427555" sldId="274"/>
            <ac:picMk id="7" creationId="{F3865C32-5318-EF6C-8C4F-71251E806008}"/>
          </ac:picMkLst>
        </pc:picChg>
        <pc:picChg chg="add mod">
          <ac:chgData name="Nathan Ashish" userId="2db2250ab411dcc0" providerId="LiveId" clId="{7F202549-4177-4B57-9A11-F039F204C674}" dt="2022-10-25T05:48:07.156" v="2983" actId="14100"/>
          <ac:picMkLst>
            <pc:docMk/>
            <pc:sldMk cId="3656427555" sldId="274"/>
            <ac:picMk id="9" creationId="{6133FA28-6B5A-7663-9CA5-B9D3B4E41770}"/>
          </ac:picMkLst>
        </pc:picChg>
      </pc:sldChg>
      <pc:sldChg chg="addSp delSp modSp new mod">
        <pc:chgData name="Nathan Ashish" userId="2db2250ab411dcc0" providerId="LiveId" clId="{7F202549-4177-4B57-9A11-F039F204C674}" dt="2022-10-30T04:19:27.790" v="3832" actId="14100"/>
        <pc:sldMkLst>
          <pc:docMk/>
          <pc:sldMk cId="631102109" sldId="275"/>
        </pc:sldMkLst>
        <pc:spChg chg="del mod">
          <ac:chgData name="Nathan Ashish" userId="2db2250ab411dcc0" providerId="LiveId" clId="{7F202549-4177-4B57-9A11-F039F204C674}" dt="2022-10-30T04:18:04.853" v="3823" actId="478"/>
          <ac:spMkLst>
            <pc:docMk/>
            <pc:sldMk cId="631102109" sldId="275"/>
            <ac:spMk id="2" creationId="{21AC1F0C-D6A8-AD17-E3A0-93A09F6FB42F}"/>
          </ac:spMkLst>
        </pc:spChg>
        <pc:spChg chg="mod">
          <ac:chgData name="Nathan Ashish" userId="2db2250ab411dcc0" providerId="LiveId" clId="{7F202549-4177-4B57-9A11-F039F204C674}" dt="2022-10-30T03:01:12.940" v="3426" actId="3626"/>
          <ac:spMkLst>
            <pc:docMk/>
            <pc:sldMk cId="631102109" sldId="275"/>
            <ac:spMk id="3" creationId="{075D089D-320A-1C1B-659B-D98A44C3858D}"/>
          </ac:spMkLst>
        </pc:spChg>
        <pc:picChg chg="add del mod">
          <ac:chgData name="Nathan Ashish" userId="2db2250ab411dcc0" providerId="LiveId" clId="{7F202549-4177-4B57-9A11-F039F204C674}" dt="2022-10-30T04:18:04.853" v="3823" actId="478"/>
          <ac:picMkLst>
            <pc:docMk/>
            <pc:sldMk cId="631102109" sldId="275"/>
            <ac:picMk id="1026" creationId="{14157F7B-2840-AE7E-929F-F9D5D1BA68C8}"/>
          </ac:picMkLst>
        </pc:picChg>
        <pc:picChg chg="add del mod">
          <ac:chgData name="Nathan Ashish" userId="2db2250ab411dcc0" providerId="LiveId" clId="{7F202549-4177-4B57-9A11-F039F204C674}" dt="2022-10-30T04:19:07.142" v="3828" actId="478"/>
          <ac:picMkLst>
            <pc:docMk/>
            <pc:sldMk cId="631102109" sldId="275"/>
            <ac:picMk id="1028" creationId="{DD0BB27D-7CA6-BDAA-1E69-AD0979132C0D}"/>
          </ac:picMkLst>
        </pc:picChg>
        <pc:picChg chg="add mod">
          <ac:chgData name="Nathan Ashish" userId="2db2250ab411dcc0" providerId="LiveId" clId="{7F202549-4177-4B57-9A11-F039F204C674}" dt="2022-10-30T04:19:27.790" v="3832" actId="14100"/>
          <ac:picMkLst>
            <pc:docMk/>
            <pc:sldMk cId="631102109" sldId="275"/>
            <ac:picMk id="1030" creationId="{14FE8266-C3C9-8019-1790-0C0226DC126F}"/>
          </ac:picMkLst>
        </pc:picChg>
      </pc:sldChg>
      <pc:sldChg chg="new del ord">
        <pc:chgData name="Nathan Ashish" userId="2db2250ab411dcc0" providerId="LiveId" clId="{7F202549-4177-4B57-9A11-F039F204C674}" dt="2022-10-30T02:49:49.212" v="3195" actId="2696"/>
        <pc:sldMkLst>
          <pc:docMk/>
          <pc:sldMk cId="3678517737" sldId="275"/>
        </pc:sldMkLst>
      </pc:sldChg>
      <pc:sldChg chg="new del">
        <pc:chgData name="Nathan Ashish" userId="2db2250ab411dcc0" providerId="LiveId" clId="{7F202549-4177-4B57-9A11-F039F204C674}" dt="2022-10-30T03:08:00.664" v="3428" actId="2696"/>
        <pc:sldMkLst>
          <pc:docMk/>
          <pc:sldMk cId="3257260393" sldId="276"/>
        </pc:sldMkLst>
      </pc:sldChg>
      <pc:sldChg chg="addSp delSp modSp new mod ord">
        <pc:chgData name="Nathan Ashish" userId="2db2250ab411dcc0" providerId="LiveId" clId="{7F202549-4177-4B57-9A11-F039F204C674}" dt="2022-10-30T04:10:54.092" v="3817" actId="115"/>
        <pc:sldMkLst>
          <pc:docMk/>
          <pc:sldMk cId="3810616011" sldId="276"/>
        </pc:sldMkLst>
        <pc:spChg chg="add del mod">
          <ac:chgData name="Nathan Ashish" userId="2db2250ab411dcc0" providerId="LiveId" clId="{7F202549-4177-4B57-9A11-F039F204C674}" dt="2022-10-30T04:10:54.092" v="3817" actId="115"/>
          <ac:spMkLst>
            <pc:docMk/>
            <pc:sldMk cId="3810616011" sldId="276"/>
            <ac:spMk id="2" creationId="{D2ED9A00-01DD-8B1E-2711-22973949FE71}"/>
          </ac:spMkLst>
        </pc:spChg>
        <pc:spChg chg="del mod">
          <ac:chgData name="Nathan Ashish" userId="2db2250ab411dcc0" providerId="LiveId" clId="{7F202549-4177-4B57-9A11-F039F204C674}" dt="2022-10-30T03:15:19.816" v="3480" actId="478"/>
          <ac:spMkLst>
            <pc:docMk/>
            <pc:sldMk cId="3810616011" sldId="276"/>
            <ac:spMk id="3" creationId="{541BCEB9-6D8F-B02A-9B88-2F419749CA40}"/>
          </ac:spMkLst>
        </pc:spChg>
        <pc:spChg chg="add del mod">
          <ac:chgData name="Nathan Ashish" userId="2db2250ab411dcc0" providerId="LiveId" clId="{7F202549-4177-4B57-9A11-F039F204C674}" dt="2022-10-30T03:36:52.585" v="3654" actId="478"/>
          <ac:spMkLst>
            <pc:docMk/>
            <pc:sldMk cId="3810616011" sldId="276"/>
            <ac:spMk id="4" creationId="{A66799C3-81BD-9DC3-B892-12A915CD87EE}"/>
          </ac:spMkLst>
        </pc:spChg>
        <pc:picChg chg="add mod">
          <ac:chgData name="Nathan Ashish" userId="2db2250ab411dcc0" providerId="LiveId" clId="{7F202549-4177-4B57-9A11-F039F204C674}" dt="2022-10-30T03:39:18.789" v="3677" actId="14100"/>
          <ac:picMkLst>
            <pc:docMk/>
            <pc:sldMk cId="3810616011" sldId="276"/>
            <ac:picMk id="5" creationId="{583EAD97-5488-1B66-C0FA-FA29E859DB98}"/>
          </ac:picMkLst>
        </pc:picChg>
        <pc:picChg chg="add del mod">
          <ac:chgData name="Nathan Ashish" userId="2db2250ab411dcc0" providerId="LiveId" clId="{7F202549-4177-4B57-9A11-F039F204C674}" dt="2022-10-30T03:32:44.377" v="3623"/>
          <ac:picMkLst>
            <pc:docMk/>
            <pc:sldMk cId="3810616011" sldId="276"/>
            <ac:picMk id="2050" creationId="{7A3D3875-EA23-8350-4E6E-D9D6493FD087}"/>
          </ac:picMkLst>
        </pc:picChg>
        <pc:picChg chg="add del mod">
          <ac:chgData name="Nathan Ashish" userId="2db2250ab411dcc0" providerId="LiveId" clId="{7F202549-4177-4B57-9A11-F039F204C674}" dt="2022-10-30T03:34:58.056" v="3638"/>
          <ac:picMkLst>
            <pc:docMk/>
            <pc:sldMk cId="3810616011" sldId="276"/>
            <ac:picMk id="2052" creationId="{EA721E1B-8FA7-60FD-0D6F-ABE6F0F5F1B0}"/>
          </ac:picMkLst>
        </pc:picChg>
        <pc:picChg chg="add del mod">
          <ac:chgData name="Nathan Ashish" userId="2db2250ab411dcc0" providerId="LiveId" clId="{7F202549-4177-4B57-9A11-F039F204C674}" dt="2022-10-30T03:36:57.854" v="3662"/>
          <ac:picMkLst>
            <pc:docMk/>
            <pc:sldMk cId="3810616011" sldId="276"/>
            <ac:picMk id="2054" creationId="{DE19E607-6C98-7307-A4A8-371D8659F960}"/>
          </ac:picMkLst>
        </pc:picChg>
      </pc:sldChg>
      <pc:sldChg chg="modSp new del mod">
        <pc:chgData name="Nathan Ashish" userId="2db2250ab411dcc0" providerId="LiveId" clId="{7F202549-4177-4B57-9A11-F039F204C674}" dt="2022-10-30T03:24:26.269" v="3548" actId="2696"/>
        <pc:sldMkLst>
          <pc:docMk/>
          <pc:sldMk cId="2527037099" sldId="277"/>
        </pc:sldMkLst>
        <pc:spChg chg="mod">
          <ac:chgData name="Nathan Ashish" userId="2db2250ab411dcc0" providerId="LiveId" clId="{7F202549-4177-4B57-9A11-F039F204C674}" dt="2022-10-30T03:24:11.066" v="3547" actId="14100"/>
          <ac:spMkLst>
            <pc:docMk/>
            <pc:sldMk cId="2527037099" sldId="277"/>
            <ac:spMk id="2" creationId="{0342C01B-F088-6C64-2462-9932CA48896B}"/>
          </ac:spMkLst>
        </pc:spChg>
      </pc:sldChg>
      <pc:sldChg chg="addSp delSp modSp new mod ord">
        <pc:chgData name="Nathan Ashish" userId="2db2250ab411dcc0" providerId="LiveId" clId="{7F202549-4177-4B57-9A11-F039F204C674}" dt="2022-10-30T04:10:42.416" v="3816" actId="2711"/>
        <pc:sldMkLst>
          <pc:docMk/>
          <pc:sldMk cId="2551134574" sldId="277"/>
        </pc:sldMkLst>
        <pc:spChg chg="mod">
          <ac:chgData name="Nathan Ashish" userId="2db2250ab411dcc0" providerId="LiveId" clId="{7F202549-4177-4B57-9A11-F039F204C674}" dt="2022-10-30T04:10:42.416" v="3816" actId="2711"/>
          <ac:spMkLst>
            <pc:docMk/>
            <pc:sldMk cId="2551134574" sldId="277"/>
            <ac:spMk id="2" creationId="{45912863-568D-9599-8DBB-D799BC2D3A41}"/>
          </ac:spMkLst>
        </pc:spChg>
        <pc:spChg chg="del">
          <ac:chgData name="Nathan Ashish" userId="2db2250ab411dcc0" providerId="LiveId" clId="{7F202549-4177-4B57-9A11-F039F204C674}" dt="2022-10-30T03:28:01.233" v="3593" actId="478"/>
          <ac:spMkLst>
            <pc:docMk/>
            <pc:sldMk cId="2551134574" sldId="277"/>
            <ac:spMk id="3" creationId="{6B85A3A9-B8A6-D477-6CB9-61F512908736}"/>
          </ac:spMkLst>
        </pc:spChg>
        <pc:picChg chg="add mod">
          <ac:chgData name="Nathan Ashish" userId="2db2250ab411dcc0" providerId="LiveId" clId="{7F202549-4177-4B57-9A11-F039F204C674}" dt="2022-10-30T03:30:53.552" v="3605" actId="14100"/>
          <ac:picMkLst>
            <pc:docMk/>
            <pc:sldMk cId="2551134574" sldId="277"/>
            <ac:picMk id="1026" creationId="{7EF9EA6E-5C50-3A08-C7E7-C17DC563BF60}"/>
          </ac:picMkLst>
        </pc:picChg>
      </pc:sldChg>
      <pc:sldChg chg="new del">
        <pc:chgData name="Nathan Ashish" userId="2db2250ab411dcc0" providerId="LiveId" clId="{7F202549-4177-4B57-9A11-F039F204C674}" dt="2022-10-30T03:39:38.637" v="3679" actId="2696"/>
        <pc:sldMkLst>
          <pc:docMk/>
          <pc:sldMk cId="3308873236" sldId="278"/>
        </pc:sldMkLst>
      </pc:sldChg>
      <pc:sldChg chg="addSp delSp modSp new mod ord">
        <pc:chgData name="Nathan Ashish" userId="2db2250ab411dcc0" providerId="LiveId" clId="{7F202549-4177-4B57-9A11-F039F204C674}" dt="2022-10-30T04:11:06.532" v="3819" actId="115"/>
        <pc:sldMkLst>
          <pc:docMk/>
          <pc:sldMk cId="3931900041" sldId="278"/>
        </pc:sldMkLst>
        <pc:spChg chg="mod">
          <ac:chgData name="Nathan Ashish" userId="2db2250ab411dcc0" providerId="LiveId" clId="{7F202549-4177-4B57-9A11-F039F204C674}" dt="2022-10-30T04:11:06.532" v="3819" actId="115"/>
          <ac:spMkLst>
            <pc:docMk/>
            <pc:sldMk cId="3931900041" sldId="278"/>
            <ac:spMk id="2" creationId="{6607C66D-2ECF-EB8F-D7EC-B90457A41B0D}"/>
          </ac:spMkLst>
        </pc:spChg>
        <pc:spChg chg="del">
          <ac:chgData name="Nathan Ashish" userId="2db2250ab411dcc0" providerId="LiveId" clId="{7F202549-4177-4B57-9A11-F039F204C674}" dt="2022-10-30T03:40:17.324" v="3686" actId="478"/>
          <ac:spMkLst>
            <pc:docMk/>
            <pc:sldMk cId="3931900041" sldId="278"/>
            <ac:spMk id="3" creationId="{E31CFFAD-9B73-5DF6-C818-51C0C85A3758}"/>
          </ac:spMkLst>
        </pc:spChg>
        <pc:picChg chg="add mod">
          <ac:chgData name="Nathan Ashish" userId="2db2250ab411dcc0" providerId="LiveId" clId="{7F202549-4177-4B57-9A11-F039F204C674}" dt="2022-10-30T03:47:54.874" v="3757" actId="14100"/>
          <ac:picMkLst>
            <pc:docMk/>
            <pc:sldMk cId="3931900041" sldId="278"/>
            <ac:picMk id="4" creationId="{DA2BA1FF-75B9-3FA3-09A5-D9B26DF9908E}"/>
          </ac:picMkLst>
        </pc:picChg>
        <pc:picChg chg="add del mod">
          <ac:chgData name="Nathan Ashish" userId="2db2250ab411dcc0" providerId="LiveId" clId="{7F202549-4177-4B57-9A11-F039F204C674}" dt="2022-10-30T03:45:08.554" v="3726" actId="478"/>
          <ac:picMkLst>
            <pc:docMk/>
            <pc:sldMk cId="3931900041" sldId="278"/>
            <ac:picMk id="3074" creationId="{5472B29D-9A32-4835-DA00-B5E7EE2CBF1B}"/>
          </ac:picMkLst>
        </pc:picChg>
        <pc:picChg chg="add mod">
          <ac:chgData name="Nathan Ashish" userId="2db2250ab411dcc0" providerId="LiveId" clId="{7F202549-4177-4B57-9A11-F039F204C674}" dt="2022-10-30T03:45:29.155" v="3732" actId="14100"/>
          <ac:picMkLst>
            <pc:docMk/>
            <pc:sldMk cId="3931900041" sldId="278"/>
            <ac:picMk id="3076" creationId="{4B0DC205-306C-112C-BB9E-103761066A98}"/>
          </ac:picMkLst>
        </pc:picChg>
        <pc:picChg chg="add del mod">
          <ac:chgData name="Nathan Ashish" userId="2db2250ab411dcc0" providerId="LiveId" clId="{7F202549-4177-4B57-9A11-F039F204C674}" dt="2022-10-30T03:46:19.089" v="3739"/>
          <ac:picMkLst>
            <pc:docMk/>
            <pc:sldMk cId="3931900041" sldId="278"/>
            <ac:picMk id="3078" creationId="{BBEA3F2F-5540-8F1F-6627-BA2E6039C850}"/>
          </ac:picMkLst>
        </pc:picChg>
      </pc:sldChg>
      <pc:sldChg chg="addSp delSp modSp new mod">
        <pc:chgData name="Nathan Ashish" userId="2db2250ab411dcc0" providerId="LiveId" clId="{7F202549-4177-4B57-9A11-F039F204C674}" dt="2022-10-30T04:08:00.939" v="3802" actId="14100"/>
        <pc:sldMkLst>
          <pc:docMk/>
          <pc:sldMk cId="3807137436" sldId="279"/>
        </pc:sldMkLst>
        <pc:spChg chg="mod">
          <ac:chgData name="Nathan Ashish" userId="2db2250ab411dcc0" providerId="LiveId" clId="{7F202549-4177-4B57-9A11-F039F204C674}" dt="2022-10-30T04:08:00.939" v="3802" actId="14100"/>
          <ac:spMkLst>
            <pc:docMk/>
            <pc:sldMk cId="3807137436" sldId="279"/>
            <ac:spMk id="2" creationId="{E7672931-F65D-D216-B46F-66984F67DA0F}"/>
          </ac:spMkLst>
        </pc:spChg>
        <pc:spChg chg="del">
          <ac:chgData name="Nathan Ashish" userId="2db2250ab411dcc0" providerId="LiveId" clId="{7F202549-4177-4B57-9A11-F039F204C674}" dt="2022-10-30T04:01:15.192" v="3773"/>
          <ac:spMkLst>
            <pc:docMk/>
            <pc:sldMk cId="3807137436" sldId="279"/>
            <ac:spMk id="3" creationId="{35050721-E117-3D49-2574-776F396429D5}"/>
          </ac:spMkLst>
        </pc:spChg>
        <pc:spChg chg="add del mod">
          <ac:chgData name="Nathan Ashish" userId="2db2250ab411dcc0" providerId="LiveId" clId="{7F202549-4177-4B57-9A11-F039F204C674}" dt="2022-10-30T04:01:37.021" v="3777" actId="478"/>
          <ac:spMkLst>
            <pc:docMk/>
            <pc:sldMk cId="3807137436" sldId="279"/>
            <ac:spMk id="4" creationId="{2A5A4C5B-4B4E-E81D-9DFC-92BC6437F626}"/>
          </ac:spMkLst>
        </pc:spChg>
        <pc:spChg chg="add del mod">
          <ac:chgData name="Nathan Ashish" userId="2db2250ab411dcc0" providerId="LiveId" clId="{7F202549-4177-4B57-9A11-F039F204C674}" dt="2022-10-30T04:03:36.548" v="3783" actId="478"/>
          <ac:spMkLst>
            <pc:docMk/>
            <pc:sldMk cId="3807137436" sldId="279"/>
            <ac:spMk id="5" creationId="{3DE0757F-B109-C299-81C5-7BEBF8E74BC4}"/>
          </ac:spMkLst>
        </pc:spChg>
        <pc:picChg chg="add del mod">
          <ac:chgData name="Nathan Ashish" userId="2db2250ab411dcc0" providerId="LiveId" clId="{7F202549-4177-4B57-9A11-F039F204C674}" dt="2022-10-30T04:06:20.442" v="3786" actId="478"/>
          <ac:picMkLst>
            <pc:docMk/>
            <pc:sldMk cId="3807137436" sldId="279"/>
            <ac:picMk id="7" creationId="{7689AC65-CEC2-4476-5A68-C4434B04E93D}"/>
          </ac:picMkLst>
        </pc:picChg>
        <pc:picChg chg="add mod">
          <ac:chgData name="Nathan Ashish" userId="2db2250ab411dcc0" providerId="LiveId" clId="{7F202549-4177-4B57-9A11-F039F204C674}" dt="2022-10-30T04:07:22.547" v="3796" actId="14100"/>
          <ac:picMkLst>
            <pc:docMk/>
            <pc:sldMk cId="3807137436" sldId="279"/>
            <ac:picMk id="9" creationId="{B6B3C5D2-EBFB-325E-422D-74CDAFF2C5F9}"/>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NZ"/>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3533873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420688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4180349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B07E73-B282-4C15-890B-ED6972A25357}" type="datetimeFigureOut">
              <a:rPr lang="en-NZ" smtClean="0"/>
              <a:t>30/10/2022</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1154792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B07E73-B282-4C15-890B-ED6972A25357}" type="datetimeFigureOut">
              <a:rPr lang="en-NZ" smtClean="0"/>
              <a:t>30/10/2022</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3016830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B07E73-B282-4C15-890B-ED6972A25357}" type="datetimeFigureOut">
              <a:rPr lang="en-NZ" smtClean="0"/>
              <a:t>30/10/2022</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1566687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B07E73-B282-4C15-890B-ED6972A25357}" type="datetimeFigureOut">
              <a:rPr lang="en-NZ" smtClean="0"/>
              <a:t>30/10/2022</a:t>
            </a:fld>
            <a:endParaRPr lang="en-NZ"/>
          </a:p>
        </p:txBody>
      </p:sp>
      <p:sp>
        <p:nvSpPr>
          <p:cNvPr id="3" name="Footer Placeholder 2"/>
          <p:cNvSpPr>
            <a:spLocks noGrp="1"/>
          </p:cNvSpPr>
          <p:nvPr>
            <p:ph type="ftr" sz="quarter" idx="11"/>
          </p:nvPr>
        </p:nvSpPr>
        <p:spPr/>
        <p:txBody>
          <a:bodyPr/>
          <a:lstStyle/>
          <a:p>
            <a:endParaRPr lang="en-NZ"/>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262164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B07E73-B282-4C15-890B-ED6972A25357}" type="datetimeFigureOut">
              <a:rPr lang="en-NZ" smtClean="0"/>
              <a:t>30/10/2022</a:t>
            </a:fld>
            <a:endParaRPr lang="en-NZ"/>
          </a:p>
        </p:txBody>
      </p:sp>
      <p:sp>
        <p:nvSpPr>
          <p:cNvPr id="6" name="Footer Placeholder 5"/>
          <p:cNvSpPr>
            <a:spLocks noGrp="1"/>
          </p:cNvSpPr>
          <p:nvPr>
            <p:ph type="ftr" sz="quarter" idx="11"/>
          </p:nvPr>
        </p:nvSpPr>
        <p:spPr/>
        <p:txBody>
          <a:bodyPr/>
          <a:lstStyle/>
          <a:p>
            <a:endParaRPr lang="en-NZ"/>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4213600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B07E73-B282-4C15-890B-ED6972A25357}" type="datetimeFigureOut">
              <a:rPr lang="en-NZ" smtClean="0"/>
              <a:t>30/10/2022</a:t>
            </a:fld>
            <a:endParaRPr lang="en-NZ"/>
          </a:p>
        </p:txBody>
      </p:sp>
      <p:sp>
        <p:nvSpPr>
          <p:cNvPr id="6" name="Footer Placeholder 5"/>
          <p:cNvSpPr>
            <a:spLocks noGrp="1"/>
          </p:cNvSpPr>
          <p:nvPr>
            <p:ph type="ftr" sz="quarter" idx="11"/>
          </p:nvPr>
        </p:nvSpPr>
        <p:spPr/>
        <p:txBody>
          <a:bodyPr/>
          <a:lstStyle/>
          <a:p>
            <a:endParaRPr lang="en-NZ"/>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374578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B07E73-B282-4C15-890B-ED6972A25357}" type="datetimeFigureOut">
              <a:rPr lang="en-NZ" smtClean="0"/>
              <a:t>30/10/2022</a:t>
            </a:fld>
            <a:endParaRPr lang="en-NZ"/>
          </a:p>
        </p:txBody>
      </p:sp>
      <p:sp>
        <p:nvSpPr>
          <p:cNvPr id="6" name="Footer Placeholder 5"/>
          <p:cNvSpPr>
            <a:spLocks noGrp="1"/>
          </p:cNvSpPr>
          <p:nvPr>
            <p:ph type="ftr" sz="quarter" idx="11"/>
          </p:nvPr>
        </p:nvSpPr>
        <p:spPr/>
        <p:txBody>
          <a:bodyPr/>
          <a:lstStyle/>
          <a:p>
            <a:endParaRPr lang="en-NZ"/>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3185392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420682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4280447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16839009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6B07E73-B282-4C15-890B-ED6972A25357}" type="datetimeFigureOut">
              <a:rPr lang="en-NZ" smtClean="0"/>
              <a:t>30/10/2022</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611684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6B07E73-B282-4C15-890B-ED6972A25357}" type="datetimeFigureOut">
              <a:rPr lang="en-NZ" smtClean="0"/>
              <a:t>30/10/2022</a:t>
            </a:fld>
            <a:endParaRPr lang="en-NZ"/>
          </a:p>
        </p:txBody>
      </p:sp>
      <p:sp>
        <p:nvSpPr>
          <p:cNvPr id="8" name="Footer Placeholder 7"/>
          <p:cNvSpPr>
            <a:spLocks noGrp="1"/>
          </p:cNvSpPr>
          <p:nvPr>
            <p:ph type="ftr" sz="quarter" idx="11"/>
          </p:nvPr>
        </p:nvSpPr>
        <p:spPr>
          <a:xfrm>
            <a:off x="561111" y="6391838"/>
            <a:ext cx="3644282" cy="304801"/>
          </a:xfrm>
        </p:spPr>
        <p:txBody>
          <a:bodyPr/>
          <a:lstStyle/>
          <a:p>
            <a:endParaRPr lang="en-NZ"/>
          </a:p>
        </p:txBody>
      </p:sp>
      <p:sp>
        <p:nvSpPr>
          <p:cNvPr id="9" name="Slide Number Placeholder 8"/>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77887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3599755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6B07E73-B282-4C15-890B-ED6972A25357}" type="datetimeFigureOut">
              <a:rPr lang="en-NZ" smtClean="0"/>
              <a:t>30/10/2022</a:t>
            </a:fld>
            <a:endParaRPr lang="en-NZ"/>
          </a:p>
        </p:txBody>
      </p:sp>
      <p:sp>
        <p:nvSpPr>
          <p:cNvPr id="5" name="Footer Placeholder 4"/>
          <p:cNvSpPr>
            <a:spLocks noGrp="1"/>
          </p:cNvSpPr>
          <p:nvPr>
            <p:ph type="ftr" sz="quarter" idx="11"/>
          </p:nvPr>
        </p:nvSpPr>
        <p:spPr/>
        <p:txBody>
          <a:bodyPr/>
          <a:lstStyle/>
          <a:p>
            <a:endParaRPr lang="en-NZ"/>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C33DDF5-3BF7-4C99-9551-25BE58FA912E}" type="slidenum">
              <a:rPr lang="en-NZ" smtClean="0"/>
              <a:t>‹#›</a:t>
            </a:fld>
            <a:endParaRPr lang="en-NZ"/>
          </a:p>
        </p:txBody>
      </p:sp>
    </p:spTree>
    <p:extLst>
      <p:ext uri="{BB962C8B-B14F-4D97-AF65-F5344CB8AC3E}">
        <p14:creationId xmlns:p14="http://schemas.microsoft.com/office/powerpoint/2010/main" val="3262232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6B07E73-B282-4C15-890B-ED6972A25357}" type="datetimeFigureOut">
              <a:rPr lang="en-NZ" smtClean="0"/>
              <a:t>30/10/2022</a:t>
            </a:fld>
            <a:endParaRPr lang="en-NZ"/>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NZ"/>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C33DDF5-3BF7-4C99-9551-25BE58FA912E}" type="slidenum">
              <a:rPr lang="en-NZ" smtClean="0"/>
              <a:t>‹#›</a:t>
            </a:fld>
            <a:endParaRPr lang="en-NZ"/>
          </a:p>
        </p:txBody>
      </p:sp>
    </p:spTree>
    <p:extLst>
      <p:ext uri="{BB962C8B-B14F-4D97-AF65-F5344CB8AC3E}">
        <p14:creationId xmlns:p14="http://schemas.microsoft.com/office/powerpoint/2010/main" val="334053629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nicb.org/news/news-releases/violent-crime-and-auto-thefts-continue-record-high-trend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code/buntyshah/insurance-fraud-claims-detection/data"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22D9-E98D-6297-A687-ABE5E3D63B67}"/>
              </a:ext>
            </a:extLst>
          </p:cNvPr>
          <p:cNvSpPr>
            <a:spLocks noGrp="1"/>
          </p:cNvSpPr>
          <p:nvPr>
            <p:ph type="ctrTitle"/>
          </p:nvPr>
        </p:nvSpPr>
        <p:spPr>
          <a:xfrm>
            <a:off x="1098883" y="3537284"/>
            <a:ext cx="9962149" cy="2221831"/>
          </a:xfrm>
        </p:spPr>
        <p:txBody>
          <a:bodyPr>
            <a:normAutofit fontScale="90000"/>
          </a:bodyPr>
          <a:lstStyle/>
          <a:p>
            <a:pPr algn="ctr"/>
            <a:r>
              <a:rPr lang="en-NZ" dirty="0"/>
              <a:t>Auto Insurance Claim Fraud</a:t>
            </a:r>
            <a:br>
              <a:rPr lang="en-NZ" dirty="0"/>
            </a:br>
            <a:r>
              <a:rPr lang="en-NZ" dirty="0"/>
              <a:t>Capstone Project</a:t>
            </a:r>
            <a:br>
              <a:rPr lang="en-NZ" dirty="0"/>
            </a:br>
            <a:r>
              <a:rPr lang="en-NZ" dirty="0"/>
              <a:t>               </a:t>
            </a:r>
          </a:p>
        </p:txBody>
      </p:sp>
      <p:sp>
        <p:nvSpPr>
          <p:cNvPr id="3" name="Subtitle 2">
            <a:extLst>
              <a:ext uri="{FF2B5EF4-FFF2-40B4-BE49-F238E27FC236}">
                <a16:creationId xmlns:a16="http://schemas.microsoft.com/office/drawing/2014/main" id="{76D4BD7F-564E-F56B-88E9-4E2EFF1691A9}"/>
              </a:ext>
            </a:extLst>
          </p:cNvPr>
          <p:cNvSpPr>
            <a:spLocks noGrp="1"/>
          </p:cNvSpPr>
          <p:nvPr>
            <p:ph type="subTitle" idx="1"/>
          </p:nvPr>
        </p:nvSpPr>
        <p:spPr>
          <a:xfrm>
            <a:off x="1331495" y="5253789"/>
            <a:ext cx="9529010" cy="593557"/>
          </a:xfrm>
        </p:spPr>
        <p:txBody>
          <a:bodyPr>
            <a:normAutofit/>
          </a:bodyPr>
          <a:lstStyle/>
          <a:p>
            <a:pPr algn="ctr"/>
            <a:r>
              <a:rPr lang="en-NZ" dirty="0"/>
              <a:t>Created  by : Rachna Nathan</a:t>
            </a:r>
          </a:p>
        </p:txBody>
      </p:sp>
      <p:pic>
        <p:nvPicPr>
          <p:cNvPr id="5" name="Picture 4">
            <a:extLst>
              <a:ext uri="{FF2B5EF4-FFF2-40B4-BE49-F238E27FC236}">
                <a16:creationId xmlns:a16="http://schemas.microsoft.com/office/drawing/2014/main" id="{C1FD1F66-5E31-6DDB-F9C4-7164D5DE8982}"/>
              </a:ext>
            </a:extLst>
          </p:cNvPr>
          <p:cNvPicPr>
            <a:picLocks noChangeAspect="1"/>
          </p:cNvPicPr>
          <p:nvPr/>
        </p:nvPicPr>
        <p:blipFill>
          <a:blip r:embed="rId2"/>
          <a:stretch>
            <a:fillRect/>
          </a:stretch>
        </p:blipFill>
        <p:spPr>
          <a:xfrm>
            <a:off x="2079784" y="786064"/>
            <a:ext cx="7866322" cy="2751220"/>
          </a:xfrm>
          <a:prstGeom prst="rect">
            <a:avLst/>
          </a:prstGeom>
        </p:spPr>
      </p:pic>
    </p:spTree>
    <p:extLst>
      <p:ext uri="{BB962C8B-B14F-4D97-AF65-F5344CB8AC3E}">
        <p14:creationId xmlns:p14="http://schemas.microsoft.com/office/powerpoint/2010/main" val="4241331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75D089D-320A-1C1B-659B-D98A44C3858D}"/>
              </a:ext>
            </a:extLst>
          </p:cNvPr>
          <p:cNvSpPr>
            <a:spLocks noGrp="1"/>
          </p:cNvSpPr>
          <p:nvPr>
            <p:ph type="subTitle" idx="1"/>
          </p:nvPr>
        </p:nvSpPr>
        <p:spPr>
          <a:xfrm>
            <a:off x="1154955" y="2751221"/>
            <a:ext cx="8825658" cy="2887579"/>
          </a:xfrm>
        </p:spPr>
        <p:txBody>
          <a:bodyPr/>
          <a:lstStyle/>
          <a:p>
            <a:r>
              <a:rPr lang="en-NZ" dirty="0">
                <a:solidFill>
                  <a:schemeClr val="bg1"/>
                </a:solidFill>
              </a:rPr>
              <a:t>Name – Rachna Nathan</a:t>
            </a:r>
          </a:p>
          <a:p>
            <a:r>
              <a:rPr lang="en-NZ" dirty="0">
                <a:solidFill>
                  <a:schemeClr val="bg1"/>
                </a:solidFill>
              </a:rPr>
              <a:t>Carry 10 years of experience in customer service area. </a:t>
            </a:r>
          </a:p>
          <a:p>
            <a:r>
              <a:rPr lang="en-NZ" dirty="0">
                <a:solidFill>
                  <a:schemeClr val="bg1"/>
                </a:solidFill>
              </a:rPr>
              <a:t>Aspiring Data analyst / data scientist</a:t>
            </a:r>
          </a:p>
          <a:p>
            <a:r>
              <a:rPr lang="en-NZ" dirty="0">
                <a:solidFill>
                  <a:schemeClr val="bg1"/>
                </a:solidFill>
              </a:rPr>
              <a:t>https://www.linkedin.com/in/rachna-nathan-20756b95/</a:t>
            </a:r>
          </a:p>
          <a:p>
            <a:endParaRPr lang="en-NZ" dirty="0">
              <a:solidFill>
                <a:schemeClr val="bg1"/>
              </a:solidFill>
            </a:endParaRPr>
          </a:p>
          <a:p>
            <a:endParaRPr lang="en-NZ" dirty="0"/>
          </a:p>
        </p:txBody>
      </p:sp>
      <p:pic>
        <p:nvPicPr>
          <p:cNvPr id="1030" name="Picture 6" descr="About – The Nerdy Bookarazzi">
            <a:extLst>
              <a:ext uri="{FF2B5EF4-FFF2-40B4-BE49-F238E27FC236}">
                <a16:creationId xmlns:a16="http://schemas.microsoft.com/office/drawing/2014/main" id="{14FE8266-C3C9-8019-1790-0C0226DC1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881" y="640681"/>
            <a:ext cx="8539413" cy="199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10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E951-A5CF-9933-784C-BD4188183275}"/>
              </a:ext>
            </a:extLst>
          </p:cNvPr>
          <p:cNvSpPr>
            <a:spLocks noGrp="1"/>
          </p:cNvSpPr>
          <p:nvPr>
            <p:ph type="title"/>
          </p:nvPr>
        </p:nvSpPr>
        <p:spPr>
          <a:xfrm>
            <a:off x="1170996" y="2205790"/>
            <a:ext cx="4351025" cy="3617495"/>
          </a:xfrm>
        </p:spPr>
        <p:txBody>
          <a:bodyPr/>
          <a:lstStyle/>
          <a:p>
            <a:pPr marL="571500" indent="-571500">
              <a:buFont typeface="Wingdings" panose="05000000000000000000" pitchFamily="2" charset="2"/>
              <a:buChar char="v"/>
            </a:pPr>
            <a:r>
              <a:rPr lang="en-NZ" dirty="0"/>
              <a:t>Content</a:t>
            </a:r>
            <a:br>
              <a:rPr lang="en-NZ" dirty="0"/>
            </a:br>
            <a:br>
              <a:rPr lang="en-NZ" dirty="0"/>
            </a:br>
            <a:r>
              <a:rPr lang="en-NZ" sz="2000" dirty="0"/>
              <a:t>Background</a:t>
            </a:r>
            <a:br>
              <a:rPr lang="en-NZ" sz="2000" dirty="0"/>
            </a:br>
            <a:br>
              <a:rPr lang="en-NZ" sz="2000" dirty="0"/>
            </a:br>
            <a:r>
              <a:rPr lang="en-NZ" sz="2000" dirty="0"/>
              <a:t>Business Question</a:t>
            </a:r>
            <a:br>
              <a:rPr lang="en-NZ" sz="2000" dirty="0"/>
            </a:br>
            <a:br>
              <a:rPr lang="en-NZ" sz="2000" dirty="0"/>
            </a:br>
            <a:r>
              <a:rPr lang="en-NZ" sz="2000" dirty="0"/>
              <a:t>Data Sources</a:t>
            </a:r>
            <a:br>
              <a:rPr lang="en-NZ" sz="2000" dirty="0"/>
            </a:br>
            <a:br>
              <a:rPr lang="en-NZ" sz="2000" dirty="0"/>
            </a:br>
            <a:r>
              <a:rPr lang="en-NZ" sz="2000" dirty="0"/>
              <a:t>Data Processing</a:t>
            </a:r>
            <a:br>
              <a:rPr lang="en-NZ" sz="2000" dirty="0"/>
            </a:br>
            <a:br>
              <a:rPr lang="en-NZ" sz="2000" dirty="0"/>
            </a:br>
            <a:r>
              <a:rPr lang="en-NZ" sz="2000" dirty="0"/>
              <a:t>EDA Analysis</a:t>
            </a:r>
            <a:br>
              <a:rPr lang="en-NZ" sz="2000" dirty="0"/>
            </a:br>
            <a:br>
              <a:rPr lang="en-NZ" sz="2000" dirty="0"/>
            </a:br>
            <a:r>
              <a:rPr lang="en-NZ" sz="2000" dirty="0"/>
              <a:t>Questions ???????????</a:t>
            </a:r>
            <a:br>
              <a:rPr lang="en-NZ" dirty="0"/>
            </a:br>
            <a:br>
              <a:rPr lang="en-NZ" dirty="0"/>
            </a:br>
            <a:endParaRPr lang="en-NZ" dirty="0"/>
          </a:p>
        </p:txBody>
      </p:sp>
      <p:sp>
        <p:nvSpPr>
          <p:cNvPr id="3" name="Text Placeholder 2">
            <a:extLst>
              <a:ext uri="{FF2B5EF4-FFF2-40B4-BE49-F238E27FC236}">
                <a16:creationId xmlns:a16="http://schemas.microsoft.com/office/drawing/2014/main" id="{3106A9FF-8B4C-EA20-0DAF-4EC870F52890}"/>
              </a:ext>
            </a:extLst>
          </p:cNvPr>
          <p:cNvSpPr>
            <a:spLocks noGrp="1"/>
          </p:cNvSpPr>
          <p:nvPr>
            <p:ph type="body" idx="1"/>
          </p:nvPr>
        </p:nvSpPr>
        <p:spPr/>
        <p:txBody>
          <a:bodyPr/>
          <a:lstStyle/>
          <a:p>
            <a:endParaRPr lang="en-NZ" dirty="0"/>
          </a:p>
        </p:txBody>
      </p:sp>
      <p:pic>
        <p:nvPicPr>
          <p:cNvPr id="1026" name="Picture 2" descr="SAS: Using analytics to detect insurance fraud - The Digital Insurer">
            <a:extLst>
              <a:ext uri="{FF2B5EF4-FFF2-40B4-BE49-F238E27FC236}">
                <a16:creationId xmlns:a16="http://schemas.microsoft.com/office/drawing/2014/main" id="{44C91729-1C2D-735E-8C02-DD6060D67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6722" y="2470484"/>
            <a:ext cx="4147951" cy="2621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628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0D9B-2220-8260-A0B6-366D1ADC0A7A}"/>
              </a:ext>
            </a:extLst>
          </p:cNvPr>
          <p:cNvSpPr>
            <a:spLocks noGrp="1"/>
          </p:cNvSpPr>
          <p:nvPr>
            <p:ph type="ctrTitle"/>
          </p:nvPr>
        </p:nvSpPr>
        <p:spPr>
          <a:xfrm>
            <a:off x="762000" y="569495"/>
            <a:ext cx="9585157" cy="874294"/>
          </a:xfrm>
        </p:spPr>
        <p:txBody>
          <a:bodyPr/>
          <a:lstStyle/>
          <a:p>
            <a:pPr algn="ctr"/>
            <a:r>
              <a:rPr lang="en-NZ" dirty="0"/>
              <a:t>Background</a:t>
            </a:r>
          </a:p>
        </p:txBody>
      </p:sp>
      <p:sp>
        <p:nvSpPr>
          <p:cNvPr id="3" name="Subtitle 2">
            <a:extLst>
              <a:ext uri="{FF2B5EF4-FFF2-40B4-BE49-F238E27FC236}">
                <a16:creationId xmlns:a16="http://schemas.microsoft.com/office/drawing/2014/main" id="{FCCAF3FC-44E2-CDEA-D8D2-62610975D37D}"/>
              </a:ext>
            </a:extLst>
          </p:cNvPr>
          <p:cNvSpPr>
            <a:spLocks noGrp="1"/>
          </p:cNvSpPr>
          <p:nvPr>
            <p:ph type="subTitle" idx="1"/>
          </p:nvPr>
        </p:nvSpPr>
        <p:spPr>
          <a:xfrm>
            <a:off x="858254" y="1628274"/>
            <a:ext cx="9122360" cy="4010526"/>
          </a:xfrm>
        </p:spPr>
        <p:txBody>
          <a:bodyPr>
            <a:normAutofit/>
          </a:bodyPr>
          <a:lstStyle/>
          <a:p>
            <a:pPr marL="285750" indent="-285750">
              <a:buClr>
                <a:schemeClr val="bg1"/>
              </a:buClr>
              <a:buSzPct val="86000"/>
              <a:buFont typeface="Wingdings" panose="05000000000000000000" pitchFamily="2" charset="2"/>
              <a:buChar char="v"/>
            </a:pPr>
            <a:r>
              <a:rPr lang="en-GB" sz="1600" i="0" dirty="0">
                <a:solidFill>
                  <a:schemeClr val="bg1"/>
                </a:solidFill>
                <a:effectLst/>
              </a:rPr>
              <a:t> Insurance fraud is any act committed to defraud an insurance process.</a:t>
            </a:r>
          </a:p>
          <a:p>
            <a:pPr marL="285750" indent="-285750">
              <a:buClr>
                <a:schemeClr val="bg1"/>
              </a:buClr>
              <a:buSzPct val="86000"/>
              <a:buFont typeface="Wingdings" panose="05000000000000000000" pitchFamily="2" charset="2"/>
              <a:buChar char="v"/>
            </a:pPr>
            <a:r>
              <a:rPr lang="en-GB" sz="1600" i="0" dirty="0">
                <a:solidFill>
                  <a:schemeClr val="bg1"/>
                </a:solidFill>
                <a:effectLst/>
              </a:rPr>
              <a:t> It occurs when a claimant attempts to obtain some benefit or advantage they are not entitled to, or when an insurer knowingly denies some benefit that is due</a:t>
            </a:r>
          </a:p>
          <a:p>
            <a:pPr marL="285750" indent="-285750">
              <a:buClr>
                <a:schemeClr val="bg1"/>
              </a:buClr>
              <a:buSzPct val="86000"/>
              <a:buFont typeface="Wingdings" panose="05000000000000000000" pitchFamily="2" charset="2"/>
              <a:buChar char="v"/>
            </a:pPr>
            <a:r>
              <a:rPr lang="en-GB" sz="1600" dirty="0">
                <a:solidFill>
                  <a:schemeClr val="bg1"/>
                </a:solidFill>
              </a:rPr>
              <a:t>Car insurance, health insurance and property insurance are some of the main where most of the fraud claims are attempted.</a:t>
            </a:r>
          </a:p>
          <a:p>
            <a:pPr marL="285750" indent="-285750">
              <a:buClr>
                <a:schemeClr val="bg1"/>
              </a:buClr>
              <a:buSzPct val="86000"/>
              <a:buFont typeface="Wingdings" panose="05000000000000000000" pitchFamily="2" charset="2"/>
              <a:buChar char="v"/>
            </a:pPr>
            <a:r>
              <a:rPr lang="en-GB" sz="1600" dirty="0">
                <a:solidFill>
                  <a:schemeClr val="bg1"/>
                </a:solidFill>
              </a:rPr>
              <a:t>Faking deaths, collision or car theft to collect insurance money are some examples. Sometimes people also go as far as falsifying a police report to use their claim.</a:t>
            </a:r>
          </a:p>
          <a:p>
            <a:pPr marL="285750" indent="-285750">
              <a:buClr>
                <a:schemeClr val="bg1"/>
              </a:buClr>
              <a:buSzPct val="88000"/>
              <a:buFont typeface="Wingdings" panose="05000000000000000000" pitchFamily="2" charset="2"/>
              <a:buChar char="v"/>
            </a:pPr>
            <a:r>
              <a:rPr lang="en-GB" sz="1600" dirty="0">
                <a:solidFill>
                  <a:schemeClr val="bg1"/>
                </a:solidFill>
              </a:rPr>
              <a:t>Insurance fraud impacts consumers by adding extras fees and the cost of consumer good and services. It also leads insurance companies to denying benefit that is due.</a:t>
            </a:r>
          </a:p>
          <a:p>
            <a:pPr marL="285750" indent="-285750">
              <a:buClr>
                <a:schemeClr val="bg1"/>
              </a:buClr>
              <a:buSzPct val="88000"/>
              <a:buFont typeface="Wingdings" panose="05000000000000000000" pitchFamily="2" charset="2"/>
              <a:buChar char="v"/>
            </a:pPr>
            <a:endParaRPr lang="en-GB" sz="1600" dirty="0">
              <a:solidFill>
                <a:schemeClr val="bg1"/>
              </a:solidFill>
            </a:endParaRPr>
          </a:p>
        </p:txBody>
      </p:sp>
    </p:spTree>
    <p:extLst>
      <p:ext uri="{BB962C8B-B14F-4D97-AF65-F5344CB8AC3E}">
        <p14:creationId xmlns:p14="http://schemas.microsoft.com/office/powerpoint/2010/main" val="4265974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2863-568D-9599-8DBB-D799BC2D3A41}"/>
              </a:ext>
            </a:extLst>
          </p:cNvPr>
          <p:cNvSpPr>
            <a:spLocks noGrp="1"/>
          </p:cNvSpPr>
          <p:nvPr>
            <p:ph type="ctrTitle"/>
          </p:nvPr>
        </p:nvSpPr>
        <p:spPr>
          <a:xfrm>
            <a:off x="1154955" y="593558"/>
            <a:ext cx="8825658" cy="5686926"/>
          </a:xfrm>
        </p:spPr>
        <p:txBody>
          <a:bodyPr/>
          <a:lstStyle/>
          <a:p>
            <a:r>
              <a:rPr lang="en-GB" sz="1800" i="0" u="sng" dirty="0">
                <a:solidFill>
                  <a:schemeClr val="bg1"/>
                </a:solidFill>
                <a:effectLst/>
              </a:rPr>
              <a:t>Insurance fraud trends in Aotearoa New Zealand</a:t>
            </a:r>
            <a:br>
              <a:rPr lang="en-GB" sz="1600" b="0" i="0" dirty="0">
                <a:solidFill>
                  <a:schemeClr val="bg1"/>
                </a:solidFill>
                <a:effectLst/>
                <a:latin typeface="+mn-lt"/>
              </a:rPr>
            </a:br>
            <a:br>
              <a:rPr lang="en-GB" sz="1600" b="0" i="0" dirty="0">
                <a:solidFill>
                  <a:schemeClr val="bg1"/>
                </a:solidFill>
                <a:effectLst/>
                <a:latin typeface="+mn-lt"/>
              </a:rPr>
            </a:br>
            <a:br>
              <a:rPr lang="en-GB" sz="1600" b="0" i="0" dirty="0">
                <a:solidFill>
                  <a:schemeClr val="bg1"/>
                </a:solidFill>
                <a:effectLst/>
                <a:latin typeface="+mn-lt"/>
              </a:rPr>
            </a:br>
            <a:br>
              <a:rPr lang="en-GB" sz="1600" b="0" i="0" dirty="0">
                <a:solidFill>
                  <a:schemeClr val="bg1"/>
                </a:solidFill>
                <a:effectLst/>
                <a:latin typeface="+mn-lt"/>
              </a:rPr>
            </a:br>
            <a:br>
              <a:rPr lang="en-GB" sz="1600" b="0" i="0" dirty="0">
                <a:solidFill>
                  <a:schemeClr val="bg1"/>
                </a:solidFill>
                <a:effectLst/>
                <a:latin typeface="+mn-lt"/>
              </a:rPr>
            </a:br>
            <a:br>
              <a:rPr lang="en-GB" sz="1600" b="0" i="0" dirty="0">
                <a:solidFill>
                  <a:schemeClr val="bg1"/>
                </a:solidFill>
                <a:effectLst/>
                <a:latin typeface="+mn-lt"/>
              </a:rPr>
            </a:br>
            <a:r>
              <a:rPr lang="en-GB" sz="1600" b="0" i="0" dirty="0">
                <a:solidFill>
                  <a:schemeClr val="bg1"/>
                </a:solidFill>
                <a:effectLst/>
                <a:latin typeface="+mn-lt"/>
              </a:rPr>
              <a:t>In Aotearoa New Zealand, we are still working towards closer collaboration between insurers on fraud matters.</a:t>
            </a:r>
            <a:br>
              <a:rPr lang="en-GB" sz="1600" b="0" i="0" dirty="0">
                <a:solidFill>
                  <a:schemeClr val="bg1"/>
                </a:solidFill>
                <a:effectLst/>
                <a:latin typeface="+mn-lt"/>
              </a:rPr>
            </a:br>
            <a:br>
              <a:rPr lang="en-GB" sz="1600" b="0" i="0" dirty="0">
                <a:solidFill>
                  <a:schemeClr val="bg1"/>
                </a:solidFill>
                <a:effectLst/>
                <a:latin typeface="+mn-lt"/>
              </a:rPr>
            </a:br>
            <a:r>
              <a:rPr lang="en-GB" sz="1600" b="0" i="0" dirty="0">
                <a:solidFill>
                  <a:schemeClr val="bg1"/>
                </a:solidFill>
                <a:effectLst/>
                <a:latin typeface="+mn-lt"/>
              </a:rPr>
              <a:t>This will ensure we share information about insurance fraud issues and trends and maintain important resources such as our Insurance Claims Register. </a:t>
            </a:r>
            <a:br>
              <a:rPr lang="en-GB" sz="1600" b="0" i="0" dirty="0">
                <a:solidFill>
                  <a:schemeClr val="bg1"/>
                </a:solidFill>
                <a:effectLst/>
                <a:latin typeface="+mn-lt"/>
              </a:rPr>
            </a:br>
            <a:br>
              <a:rPr lang="en-GB" sz="1600" b="0" i="0" dirty="0">
                <a:solidFill>
                  <a:schemeClr val="bg1"/>
                </a:solidFill>
                <a:effectLst/>
                <a:latin typeface="+mn-lt"/>
              </a:rPr>
            </a:br>
            <a:r>
              <a:rPr lang="en-GB" sz="1600" b="0" i="0" dirty="0">
                <a:solidFill>
                  <a:schemeClr val="bg1"/>
                </a:solidFill>
                <a:effectLst/>
                <a:latin typeface="+mn-lt"/>
              </a:rPr>
              <a:t>The Insurance Claims Register (ICR) detects and prevents fraud, particularly purposeful non-disclosure and double dipping at claim time.</a:t>
            </a:r>
            <a:br>
              <a:rPr lang="en-GB" sz="1600" b="0" i="0" dirty="0">
                <a:solidFill>
                  <a:schemeClr val="bg1"/>
                </a:solidFill>
                <a:effectLst/>
                <a:latin typeface="+mn-lt"/>
              </a:rPr>
            </a:br>
            <a:br>
              <a:rPr lang="en-GB" sz="1600" b="0" i="0" dirty="0">
                <a:solidFill>
                  <a:schemeClr val="bg1"/>
                </a:solidFill>
                <a:effectLst/>
                <a:latin typeface="+mn-lt"/>
              </a:rPr>
            </a:br>
            <a:r>
              <a:rPr lang="en-GB" sz="1600" b="0" i="0" dirty="0">
                <a:solidFill>
                  <a:schemeClr val="bg1"/>
                </a:solidFill>
                <a:effectLst/>
                <a:latin typeface="+mn-lt"/>
              </a:rPr>
              <a:t>Unfortunately, the old adage of 'utmost good faith' is no longer working. </a:t>
            </a:r>
            <a:br>
              <a:rPr lang="en-GB" sz="1600" b="0" i="0" dirty="0">
                <a:solidFill>
                  <a:schemeClr val="bg1"/>
                </a:solidFill>
                <a:effectLst/>
                <a:latin typeface="+mn-lt"/>
              </a:rPr>
            </a:br>
            <a:r>
              <a:rPr lang="en-GB" sz="1600" b="0" i="0" dirty="0">
                <a:solidFill>
                  <a:schemeClr val="bg1"/>
                </a:solidFill>
                <a:effectLst/>
                <a:latin typeface="+mn-lt"/>
              </a:rPr>
              <a:t>Fraud is costing honest policyholders hundreds of millions of dollars every year. </a:t>
            </a:r>
            <a:br>
              <a:rPr lang="en-GB" sz="1600" b="0" i="0" dirty="0">
                <a:solidFill>
                  <a:schemeClr val="bg1"/>
                </a:solidFill>
                <a:effectLst/>
                <a:latin typeface="+mn-lt"/>
              </a:rPr>
            </a:br>
            <a:br>
              <a:rPr lang="en-GB" sz="1600" b="0" i="0" dirty="0">
                <a:solidFill>
                  <a:schemeClr val="bg1"/>
                </a:solidFill>
                <a:effectLst/>
                <a:latin typeface="+mn-lt"/>
              </a:rPr>
            </a:br>
            <a:br>
              <a:rPr lang="en-GB" sz="1600" b="0" i="0" dirty="0">
                <a:solidFill>
                  <a:schemeClr val="bg1"/>
                </a:solidFill>
                <a:effectLst/>
                <a:latin typeface="+mn-lt"/>
              </a:rPr>
            </a:br>
            <a:r>
              <a:rPr lang="en-GB" sz="1600" b="0" i="0" dirty="0">
                <a:solidFill>
                  <a:schemeClr val="bg1"/>
                </a:solidFill>
                <a:effectLst/>
                <a:latin typeface="+mn-lt"/>
              </a:rPr>
              <a:t>Current estimates suggest between 5% and 10% of claims are fraudulent.</a:t>
            </a:r>
            <a:br>
              <a:rPr lang="en-GB" sz="1600" b="0" i="0" dirty="0">
                <a:solidFill>
                  <a:schemeClr val="bg1"/>
                </a:solidFill>
                <a:effectLst/>
                <a:latin typeface="+mn-lt"/>
              </a:rPr>
            </a:br>
            <a:endParaRPr lang="en-NZ" sz="1600" dirty="0">
              <a:solidFill>
                <a:schemeClr val="bg1"/>
              </a:solidFill>
              <a:latin typeface="+mn-lt"/>
            </a:endParaRPr>
          </a:p>
        </p:txBody>
      </p:sp>
      <p:pic>
        <p:nvPicPr>
          <p:cNvPr id="1026" name="Picture 2" descr="Custom Nz Kiwi Silver Fern Bird Warrior Koru New Zealand - New Zealand Fern  Transparent PNG - 1000x825 - Free Download on NicePNG">
            <a:extLst>
              <a:ext uri="{FF2B5EF4-FFF2-40B4-BE49-F238E27FC236}">
                <a16:creationId xmlns:a16="http://schemas.microsoft.com/office/drawing/2014/main" id="{7EF9EA6E-5C50-3A08-C7E7-C17DC563B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3742" y="844616"/>
            <a:ext cx="1862026" cy="1625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134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D9A00-01DD-8B1E-2711-22973949FE71}"/>
              </a:ext>
            </a:extLst>
          </p:cNvPr>
          <p:cNvSpPr>
            <a:spLocks noGrp="1"/>
          </p:cNvSpPr>
          <p:nvPr>
            <p:ph type="ctrTitle"/>
          </p:nvPr>
        </p:nvSpPr>
        <p:spPr>
          <a:xfrm>
            <a:off x="1179095" y="489284"/>
            <a:ext cx="9208168" cy="5783179"/>
          </a:xfrm>
        </p:spPr>
        <p:txBody>
          <a:bodyPr/>
          <a:lstStyle/>
          <a:p>
            <a:pPr fontAlgn="base"/>
            <a:r>
              <a:rPr lang="en-GB" sz="1800" b="0" i="0" u="sng" dirty="0">
                <a:solidFill>
                  <a:schemeClr val="bg1"/>
                </a:solidFill>
                <a:effectLst/>
              </a:rPr>
              <a:t>INSURANCE FRAUD TRENDS IN THE USA</a:t>
            </a:r>
            <a:br>
              <a:rPr lang="en-GB" sz="1400" b="0" i="0" dirty="0">
                <a:solidFill>
                  <a:schemeClr val="bg1"/>
                </a:solidFill>
                <a:effectLst/>
                <a:latin typeface="+mn-lt"/>
              </a:rPr>
            </a:br>
            <a:br>
              <a:rPr lang="en-GB" sz="1400" b="0" i="0" dirty="0">
                <a:solidFill>
                  <a:schemeClr val="bg1"/>
                </a:solidFill>
                <a:effectLst/>
                <a:latin typeface="+mn-lt"/>
              </a:rPr>
            </a:br>
            <a:br>
              <a:rPr lang="en-GB" sz="1400" b="0" i="0" dirty="0">
                <a:solidFill>
                  <a:schemeClr val="bg1"/>
                </a:solidFill>
                <a:effectLst/>
                <a:latin typeface="+mn-lt"/>
              </a:rPr>
            </a:b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Over in the US, 2021 was a year where vehicle theft and fraudulent claims remained high, with </a:t>
            </a:r>
            <a:r>
              <a:rPr lang="en-GB" sz="1400" b="0" i="0" u="none" strike="noStrike" dirty="0">
                <a:solidFill>
                  <a:schemeClr val="bg1"/>
                </a:solidFill>
                <a:effectLst/>
                <a:latin typeface="+mn-lt"/>
                <a:hlinkClick r:id="rId2">
                  <a:extLst>
                    <a:ext uri="{A12FA001-AC4F-418D-AE19-62706E023703}">
                      <ahyp:hlinkClr xmlns:ahyp="http://schemas.microsoft.com/office/drawing/2018/hyperlinkcolor" val="tx"/>
                    </a:ext>
                  </a:extLst>
                </a:hlinkClick>
              </a:rPr>
              <a:t>personal Auto insurance fraud</a:t>
            </a:r>
            <a:r>
              <a:rPr lang="en-GB" sz="1400" b="0" i="0" dirty="0">
                <a:solidFill>
                  <a:schemeClr val="bg1"/>
                </a:solidFill>
                <a:effectLst/>
                <a:latin typeface="+mn-lt"/>
              </a:rPr>
              <a:t> continuing to increase. Fraudulent prior loss and damage claims (e.g. for vehicles and houses) also continued to increase.</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US fraud trends that we should be looking out for globally include:</a:t>
            </a:r>
            <a:br>
              <a:rPr lang="en-GB" sz="1400" dirty="0">
                <a:solidFill>
                  <a:schemeClr val="bg1"/>
                </a:solidFill>
                <a:latin typeface="+mn-lt"/>
              </a:rPr>
            </a:br>
            <a:br>
              <a:rPr lang="en-GB" sz="1400" dirty="0">
                <a:solidFill>
                  <a:schemeClr val="bg1"/>
                </a:solidFill>
                <a:latin typeface="+mn-lt"/>
              </a:rPr>
            </a:br>
            <a:r>
              <a:rPr lang="en-GB" sz="1400" b="0" i="0" dirty="0">
                <a:solidFill>
                  <a:schemeClr val="bg1"/>
                </a:solidFill>
                <a:effectLst/>
                <a:latin typeface="+mn-lt"/>
              </a:rPr>
              <a:t>Ghost brokers – the selling of forged or invalid insurance policies to consumers</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Bash and buy – breaking or damaging something then negotiating a heavily discounted price because of the damage</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Illegal use of temporary licence plates on motor vehicles</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Builders risk insurance delayed reporting – claims relating to delayed construction work</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Ransomware attacks – malware that denies access to files on a user’s computer</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Identity fraud – the theft of your online identity and financial information</a:t>
            </a:r>
            <a:br>
              <a:rPr lang="en-GB" sz="1200" b="0" i="0" dirty="0">
                <a:solidFill>
                  <a:schemeClr val="bg1"/>
                </a:solidFill>
                <a:effectLst/>
                <a:latin typeface="+mn-lt"/>
              </a:rPr>
            </a:br>
            <a:endParaRPr lang="en-NZ" sz="1200" dirty="0">
              <a:solidFill>
                <a:schemeClr val="bg1"/>
              </a:solidFill>
              <a:latin typeface="+mn-lt"/>
            </a:endParaRPr>
          </a:p>
        </p:txBody>
      </p:sp>
      <p:pic>
        <p:nvPicPr>
          <p:cNvPr id="5" name="Picture 4">
            <a:extLst>
              <a:ext uri="{FF2B5EF4-FFF2-40B4-BE49-F238E27FC236}">
                <a16:creationId xmlns:a16="http://schemas.microsoft.com/office/drawing/2014/main" id="{583EAD97-5488-1B66-C0FA-FA29E859DB98}"/>
              </a:ext>
            </a:extLst>
          </p:cNvPr>
          <p:cNvPicPr>
            <a:picLocks noChangeAspect="1"/>
          </p:cNvPicPr>
          <p:nvPr/>
        </p:nvPicPr>
        <p:blipFill>
          <a:blip r:embed="rId3"/>
          <a:stretch>
            <a:fillRect/>
          </a:stretch>
        </p:blipFill>
        <p:spPr>
          <a:xfrm>
            <a:off x="7435516" y="489284"/>
            <a:ext cx="2853238" cy="1724527"/>
          </a:xfrm>
          <a:prstGeom prst="rect">
            <a:avLst/>
          </a:prstGeom>
        </p:spPr>
      </p:pic>
    </p:spTree>
    <p:extLst>
      <p:ext uri="{BB962C8B-B14F-4D97-AF65-F5344CB8AC3E}">
        <p14:creationId xmlns:p14="http://schemas.microsoft.com/office/powerpoint/2010/main" val="3810616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7C66D-2ECF-EB8F-D7EC-B90457A41B0D}"/>
              </a:ext>
            </a:extLst>
          </p:cNvPr>
          <p:cNvSpPr>
            <a:spLocks noGrp="1"/>
          </p:cNvSpPr>
          <p:nvPr>
            <p:ph type="ctrTitle"/>
          </p:nvPr>
        </p:nvSpPr>
        <p:spPr>
          <a:xfrm>
            <a:off x="1154955" y="553452"/>
            <a:ext cx="9248350" cy="5807243"/>
          </a:xfrm>
        </p:spPr>
        <p:txBody>
          <a:bodyPr/>
          <a:lstStyle/>
          <a:p>
            <a:r>
              <a:rPr lang="en-GB" sz="1800" b="0" i="0" u="sng" dirty="0">
                <a:solidFill>
                  <a:schemeClr val="bg1"/>
                </a:solidFill>
                <a:effectLst/>
              </a:rPr>
              <a:t>INSURANCE FRAUD TRENDS IN UK</a:t>
            </a:r>
            <a:br>
              <a:rPr lang="en-GB" sz="1800" b="0" i="0" dirty="0">
                <a:solidFill>
                  <a:schemeClr val="bg1"/>
                </a:solidFill>
                <a:effectLst/>
              </a:rPr>
            </a:br>
            <a:br>
              <a:rPr lang="en-GB" sz="1800" b="0" i="0" dirty="0">
                <a:solidFill>
                  <a:schemeClr val="bg1"/>
                </a:solidFill>
                <a:effectLst/>
              </a:rPr>
            </a:br>
            <a:br>
              <a:rPr lang="en-GB" sz="1800" b="0" i="0" dirty="0">
                <a:solidFill>
                  <a:schemeClr val="bg1"/>
                </a:solidFill>
                <a:effectLst/>
              </a:rPr>
            </a:br>
            <a:br>
              <a:rPr lang="en-GB" sz="1800" b="0" i="0" dirty="0">
                <a:solidFill>
                  <a:schemeClr val="bg1"/>
                </a:solidFill>
                <a:effectLst/>
              </a:rPr>
            </a:br>
            <a:r>
              <a:rPr lang="en-GB" sz="1400" b="0" i="0" dirty="0">
                <a:solidFill>
                  <a:schemeClr val="bg1"/>
                </a:solidFill>
                <a:effectLst/>
                <a:latin typeface="+mn-lt"/>
              </a:rPr>
              <a:t>UK Vehicle Fraud numbers, 2020: detected motor frauds fell by 6% to 55,000, while their value fell by only 1% to £602 million. Detection rates rose though (up 1.31 percentage points to 6%).</a:t>
            </a:r>
            <a:br>
              <a:rPr lang="en-GB" sz="1400" b="0" i="0" dirty="0">
                <a:solidFill>
                  <a:schemeClr val="bg1"/>
                </a:solidFill>
                <a:effectLst/>
                <a:latin typeface="+mn-lt"/>
              </a:rPr>
            </a:br>
            <a:br>
              <a:rPr lang="en-GB" sz="1400" dirty="0">
                <a:solidFill>
                  <a:schemeClr val="bg1"/>
                </a:solidFill>
                <a:latin typeface="+mn-lt"/>
              </a:rPr>
            </a:br>
            <a:r>
              <a:rPr lang="en-GB" sz="1400" b="0" i="0" dirty="0">
                <a:solidFill>
                  <a:schemeClr val="bg1"/>
                </a:solidFill>
                <a:effectLst/>
                <a:latin typeface="+mn-lt"/>
              </a:rPr>
              <a:t>UK Travel Insurance numbers, 2020: there were 770 detected scams, down 49%. Travel insurance scam value, at £1.8 million, was a 2% increase on 2019, and the highest recorded average claims value of £2,358.</a:t>
            </a:r>
            <a:br>
              <a:rPr lang="en-GB" sz="1400" b="0" i="0" dirty="0">
                <a:solidFill>
                  <a:schemeClr val="bg1"/>
                </a:solidFill>
                <a:effectLst/>
                <a:latin typeface="+mn-lt"/>
              </a:rPr>
            </a:br>
            <a:br>
              <a:rPr lang="en-GB" sz="1400" b="0" i="0" dirty="0">
                <a:solidFill>
                  <a:schemeClr val="bg1"/>
                </a:solidFill>
                <a:effectLst/>
                <a:latin typeface="+mn-lt"/>
              </a:rPr>
            </a:br>
            <a:r>
              <a:rPr lang="en-GB" sz="1600" b="0" i="0" u="sng" dirty="0">
                <a:solidFill>
                  <a:schemeClr val="bg1"/>
                </a:solidFill>
                <a:effectLst/>
              </a:rPr>
              <a:t>INSURANCE FRAUD TRENDS IN SINGAPORE</a:t>
            </a:r>
            <a:br>
              <a:rPr lang="en-GB" sz="1400" b="0" i="0" dirty="0">
                <a:solidFill>
                  <a:schemeClr val="bg1"/>
                </a:solidFill>
                <a:effectLst/>
              </a:rPr>
            </a:br>
            <a:br>
              <a:rPr lang="en-GB" sz="1400" b="0" i="0" dirty="0">
                <a:solidFill>
                  <a:schemeClr val="bg1"/>
                </a:solidFill>
                <a:effectLst/>
              </a:rPr>
            </a:br>
            <a:br>
              <a:rPr lang="en-GB" sz="1400" b="0" i="0" dirty="0">
                <a:solidFill>
                  <a:schemeClr val="bg1"/>
                </a:solidFill>
                <a:effectLst/>
              </a:rPr>
            </a:br>
            <a:r>
              <a:rPr lang="en-GB" sz="1400" b="0" i="0" dirty="0">
                <a:solidFill>
                  <a:schemeClr val="bg1"/>
                </a:solidFill>
                <a:effectLst/>
                <a:latin typeface="+mn-lt"/>
              </a:rPr>
              <a:t>In Singapore, a tripling of historically low insurance fraud rates between 2018 and 2020 has seen the local Police Force work closely with the General Insurance Association of Singapore to better investigate and tackle increasing fraud rates. Health insurance claims were one of the key insurance products to see an increase in fraud.</a:t>
            </a:r>
            <a:br>
              <a:rPr lang="en-GB" sz="1400" b="0" i="0" dirty="0">
                <a:solidFill>
                  <a:schemeClr val="bg1"/>
                </a:solidFill>
                <a:effectLst/>
                <a:latin typeface="+mn-lt"/>
              </a:rPr>
            </a:br>
            <a:br>
              <a:rPr lang="en-GB" sz="1400" b="0" i="0" dirty="0">
                <a:solidFill>
                  <a:schemeClr val="bg1"/>
                </a:solidFill>
                <a:effectLst/>
                <a:latin typeface="+mn-lt"/>
              </a:rPr>
            </a:br>
            <a:r>
              <a:rPr lang="en-GB" sz="1400" b="0" i="0" dirty="0">
                <a:solidFill>
                  <a:schemeClr val="bg1"/>
                </a:solidFill>
                <a:effectLst/>
                <a:latin typeface="+mn-lt"/>
              </a:rPr>
              <a:t>Insurers also receive support from the Monetary Authority of Singapore, who ensure that stringent fraudulent risk management protocols are in place. With a jail time of three to ten years for convicted fraudsters, it seems that Singapore is doing all it can to reduce insurance fraud.</a:t>
            </a:r>
            <a:br>
              <a:rPr lang="en-GB" sz="1400" b="0" i="0" dirty="0">
                <a:solidFill>
                  <a:schemeClr val="bg1"/>
                </a:solidFill>
                <a:effectLst/>
                <a:latin typeface="+mn-lt"/>
              </a:rPr>
            </a:br>
            <a:br>
              <a:rPr lang="en-GB" sz="1400" b="0" i="0" dirty="0">
                <a:solidFill>
                  <a:schemeClr val="bg1"/>
                </a:solidFill>
                <a:effectLst/>
                <a:latin typeface="+mn-lt"/>
              </a:rPr>
            </a:br>
            <a:endParaRPr lang="en-NZ" sz="1400" dirty="0">
              <a:latin typeface="+mn-lt"/>
            </a:endParaRPr>
          </a:p>
        </p:txBody>
      </p:sp>
      <p:pic>
        <p:nvPicPr>
          <p:cNvPr id="3076" name="Picture 4" descr="United Kingdom - Wikipedia">
            <a:extLst>
              <a:ext uri="{FF2B5EF4-FFF2-40B4-BE49-F238E27FC236}">
                <a16:creationId xmlns:a16="http://schemas.microsoft.com/office/drawing/2014/main" id="{4B0DC205-306C-112C-BB9E-103761066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18373"/>
            <a:ext cx="3473116" cy="12745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A2BA1FF-75B9-3FA3-09A5-D9B26DF9908E}"/>
              </a:ext>
            </a:extLst>
          </p:cNvPr>
          <p:cNvPicPr>
            <a:picLocks noChangeAspect="1"/>
          </p:cNvPicPr>
          <p:nvPr/>
        </p:nvPicPr>
        <p:blipFill>
          <a:blip r:embed="rId3"/>
          <a:stretch>
            <a:fillRect/>
          </a:stretch>
        </p:blipFill>
        <p:spPr>
          <a:xfrm>
            <a:off x="5474117" y="3192379"/>
            <a:ext cx="3790199" cy="954505"/>
          </a:xfrm>
          <a:prstGeom prst="rect">
            <a:avLst/>
          </a:prstGeom>
        </p:spPr>
      </p:pic>
    </p:spTree>
    <p:extLst>
      <p:ext uri="{BB962C8B-B14F-4D97-AF65-F5344CB8AC3E}">
        <p14:creationId xmlns:p14="http://schemas.microsoft.com/office/powerpoint/2010/main" val="3931900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64FB4-D616-1CDD-88C9-6256D26F23C3}"/>
              </a:ext>
            </a:extLst>
          </p:cNvPr>
          <p:cNvSpPr>
            <a:spLocks noGrp="1"/>
          </p:cNvSpPr>
          <p:nvPr>
            <p:ph type="ctrTitle"/>
          </p:nvPr>
        </p:nvSpPr>
        <p:spPr>
          <a:xfrm>
            <a:off x="1532021" y="810126"/>
            <a:ext cx="8448592" cy="3192379"/>
          </a:xfrm>
        </p:spPr>
        <p:txBody>
          <a:bodyPr/>
          <a:lstStyle/>
          <a:p>
            <a:r>
              <a:rPr lang="en-NZ" sz="3600" dirty="0"/>
              <a:t>Business Question:</a:t>
            </a:r>
            <a:br>
              <a:rPr lang="en-NZ" sz="3600" dirty="0"/>
            </a:br>
            <a:br>
              <a:rPr lang="en-NZ" dirty="0"/>
            </a:br>
            <a:endParaRPr lang="en-NZ" dirty="0"/>
          </a:p>
        </p:txBody>
      </p:sp>
      <p:sp>
        <p:nvSpPr>
          <p:cNvPr id="3" name="Subtitle 2">
            <a:extLst>
              <a:ext uri="{FF2B5EF4-FFF2-40B4-BE49-F238E27FC236}">
                <a16:creationId xmlns:a16="http://schemas.microsoft.com/office/drawing/2014/main" id="{9C616883-F2CB-EAE6-D6FC-6045C2DF6529}"/>
              </a:ext>
            </a:extLst>
          </p:cNvPr>
          <p:cNvSpPr>
            <a:spLocks noGrp="1"/>
          </p:cNvSpPr>
          <p:nvPr>
            <p:ph type="subTitle" idx="1"/>
          </p:nvPr>
        </p:nvSpPr>
        <p:spPr>
          <a:xfrm>
            <a:off x="1154955" y="3429000"/>
            <a:ext cx="8825658" cy="1736558"/>
          </a:xfrm>
        </p:spPr>
        <p:txBody>
          <a:bodyPr>
            <a:normAutofit/>
          </a:bodyPr>
          <a:lstStyle/>
          <a:p>
            <a:pPr marL="285750" indent="-285750">
              <a:buFont typeface="Wingdings" panose="05000000000000000000" pitchFamily="2" charset="2"/>
              <a:buChar char="v"/>
            </a:pPr>
            <a:r>
              <a:rPr lang="en-NZ" dirty="0">
                <a:solidFill>
                  <a:schemeClr val="bg1"/>
                </a:solidFill>
              </a:rPr>
              <a:t>Can we able to predict the claim is fraud?</a:t>
            </a:r>
          </a:p>
          <a:p>
            <a:pPr marL="285750" indent="-285750">
              <a:buFont typeface="Wingdings" panose="05000000000000000000" pitchFamily="2" charset="2"/>
              <a:buChar char="v"/>
            </a:pPr>
            <a:r>
              <a:rPr lang="en-NZ" dirty="0">
                <a:solidFill>
                  <a:schemeClr val="bg1"/>
                </a:solidFill>
              </a:rPr>
              <a:t>What characteristics of the claims are the best indicator of a potential fraud claim.</a:t>
            </a:r>
          </a:p>
          <a:p>
            <a:endParaRPr lang="en-NZ" dirty="0">
              <a:solidFill>
                <a:schemeClr val="bg1"/>
              </a:solidFill>
            </a:endParaRPr>
          </a:p>
        </p:txBody>
      </p:sp>
    </p:spTree>
    <p:extLst>
      <p:ext uri="{BB962C8B-B14F-4D97-AF65-F5344CB8AC3E}">
        <p14:creationId xmlns:p14="http://schemas.microsoft.com/office/powerpoint/2010/main" val="1705761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9E808-F3F9-7A15-BE79-F69148207F7B}"/>
              </a:ext>
            </a:extLst>
          </p:cNvPr>
          <p:cNvSpPr>
            <a:spLocks noGrp="1"/>
          </p:cNvSpPr>
          <p:nvPr>
            <p:ph type="title"/>
          </p:nvPr>
        </p:nvSpPr>
        <p:spPr/>
        <p:txBody>
          <a:bodyPr/>
          <a:lstStyle/>
          <a:p>
            <a:r>
              <a:rPr lang="en-NZ" dirty="0"/>
              <a:t>Data Source:</a:t>
            </a:r>
          </a:p>
        </p:txBody>
      </p:sp>
      <p:sp>
        <p:nvSpPr>
          <p:cNvPr id="3" name="Content Placeholder 2">
            <a:extLst>
              <a:ext uri="{FF2B5EF4-FFF2-40B4-BE49-F238E27FC236}">
                <a16:creationId xmlns:a16="http://schemas.microsoft.com/office/drawing/2014/main" id="{A8887AE0-AA55-BE9F-E2EC-09B81228D037}"/>
              </a:ext>
            </a:extLst>
          </p:cNvPr>
          <p:cNvSpPr>
            <a:spLocks noGrp="1"/>
          </p:cNvSpPr>
          <p:nvPr>
            <p:ph idx="1"/>
          </p:nvPr>
        </p:nvSpPr>
        <p:spPr>
          <a:xfrm>
            <a:off x="1154954" y="2603500"/>
            <a:ext cx="8825659" cy="4178300"/>
          </a:xfrm>
        </p:spPr>
        <p:txBody>
          <a:bodyPr>
            <a:normAutofit lnSpcReduction="10000"/>
          </a:bodyPr>
          <a:lstStyle/>
          <a:p>
            <a:pPr marL="0" indent="0">
              <a:buNone/>
            </a:pPr>
            <a:r>
              <a:rPr lang="en-NZ" dirty="0"/>
              <a:t>Fraud detection in insurance claim is retrieved from Kaggle:</a:t>
            </a:r>
          </a:p>
          <a:p>
            <a:pPr marL="0" indent="0">
              <a:buNone/>
            </a:pPr>
            <a:r>
              <a:rPr lang="en-NZ" dirty="0">
                <a:hlinkClick r:id="rId2"/>
              </a:rPr>
              <a:t>https://www.kaggle.com/code/buntyshah/insurance-fraud-claims-detection/data</a:t>
            </a:r>
            <a:endParaRPr lang="en-NZ" dirty="0"/>
          </a:p>
          <a:p>
            <a:pPr marL="0" indent="0">
              <a:buNone/>
            </a:pPr>
            <a:r>
              <a:rPr lang="en-NZ" dirty="0"/>
              <a:t>Dataset has 40 variables.</a:t>
            </a:r>
          </a:p>
          <a:p>
            <a:pPr marL="0" indent="0">
              <a:buNone/>
            </a:pPr>
            <a:r>
              <a:rPr lang="en-NZ" dirty="0"/>
              <a:t>The variable for analysis:</a:t>
            </a:r>
          </a:p>
          <a:p>
            <a:pPr marL="0" indent="0">
              <a:buNone/>
            </a:pPr>
            <a:r>
              <a:rPr lang="en-NZ" dirty="0"/>
              <a:t>Policy Number</a:t>
            </a:r>
          </a:p>
          <a:p>
            <a:pPr marL="0" indent="0">
              <a:buNone/>
            </a:pPr>
            <a:r>
              <a:rPr lang="en-NZ" dirty="0"/>
              <a:t>Age</a:t>
            </a:r>
          </a:p>
          <a:p>
            <a:pPr marL="0" indent="0">
              <a:buNone/>
            </a:pPr>
            <a:r>
              <a:rPr lang="en-NZ" dirty="0"/>
              <a:t>Gender</a:t>
            </a:r>
          </a:p>
          <a:p>
            <a:pPr marL="0" indent="0">
              <a:buNone/>
            </a:pPr>
            <a:r>
              <a:rPr lang="en-NZ" dirty="0"/>
              <a:t>Incident Type</a:t>
            </a:r>
          </a:p>
          <a:p>
            <a:pPr marL="0" indent="0">
              <a:buNone/>
            </a:pPr>
            <a:r>
              <a:rPr lang="en-NZ" dirty="0"/>
              <a:t>Policy report </a:t>
            </a:r>
          </a:p>
          <a:p>
            <a:pPr marL="0" indent="0">
              <a:buNone/>
            </a:pPr>
            <a:r>
              <a:rPr lang="en-NZ" dirty="0"/>
              <a:t>*** Clink on the link above to see the remaining </a:t>
            </a:r>
            <a:r>
              <a:rPr lang="en-NZ" dirty="0" err="1"/>
              <a:t>varaiables</a:t>
            </a:r>
            <a:r>
              <a:rPr lang="en-NZ" dirty="0"/>
              <a:t>.</a:t>
            </a:r>
          </a:p>
          <a:p>
            <a:pPr marL="0" indent="0">
              <a:buNone/>
            </a:pPr>
            <a:endParaRPr lang="en-NZ" dirty="0"/>
          </a:p>
          <a:p>
            <a:pPr marL="0" indent="0">
              <a:buNone/>
            </a:pPr>
            <a:endParaRPr lang="en-NZ" dirty="0"/>
          </a:p>
        </p:txBody>
      </p:sp>
    </p:spTree>
    <p:extLst>
      <p:ext uri="{BB962C8B-B14F-4D97-AF65-F5344CB8AC3E}">
        <p14:creationId xmlns:p14="http://schemas.microsoft.com/office/powerpoint/2010/main" val="22760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73F7C5-B177-576B-36CC-746E18A952A1}"/>
              </a:ext>
            </a:extLst>
          </p:cNvPr>
          <p:cNvPicPr>
            <a:picLocks noChangeAspect="1"/>
          </p:cNvPicPr>
          <p:nvPr/>
        </p:nvPicPr>
        <p:blipFill>
          <a:blip r:embed="rId2"/>
          <a:stretch>
            <a:fillRect/>
          </a:stretch>
        </p:blipFill>
        <p:spPr>
          <a:xfrm>
            <a:off x="7636043" y="1306377"/>
            <a:ext cx="4138863" cy="4729655"/>
          </a:xfrm>
          <a:prstGeom prst="rect">
            <a:avLst/>
          </a:prstGeom>
        </p:spPr>
      </p:pic>
      <p:sp>
        <p:nvSpPr>
          <p:cNvPr id="7" name="TextBox 6">
            <a:extLst>
              <a:ext uri="{FF2B5EF4-FFF2-40B4-BE49-F238E27FC236}">
                <a16:creationId xmlns:a16="http://schemas.microsoft.com/office/drawing/2014/main" id="{3D35F4C9-6998-8DD5-C185-F4C1BBB9C843}"/>
              </a:ext>
            </a:extLst>
          </p:cNvPr>
          <p:cNvSpPr txBox="1"/>
          <p:nvPr/>
        </p:nvSpPr>
        <p:spPr>
          <a:xfrm>
            <a:off x="521368" y="1712819"/>
            <a:ext cx="5430253" cy="3416320"/>
          </a:xfrm>
          <a:prstGeom prst="rect">
            <a:avLst/>
          </a:prstGeom>
          <a:noFill/>
        </p:spPr>
        <p:txBody>
          <a:bodyPr wrap="square">
            <a:spAutoFit/>
          </a:bodyPr>
          <a:lstStyle/>
          <a:p>
            <a:r>
              <a:rPr lang="en-NZ" sz="1800" dirty="0">
                <a:solidFill>
                  <a:schemeClr val="bg1"/>
                </a:solidFill>
              </a:rPr>
              <a:t>Data Pre-processing and Feature engineering</a:t>
            </a:r>
            <a:br>
              <a:rPr lang="en-NZ" sz="1800" dirty="0">
                <a:solidFill>
                  <a:schemeClr val="bg1"/>
                </a:solidFill>
              </a:rPr>
            </a:br>
            <a:br>
              <a:rPr lang="en-NZ" sz="1800" dirty="0">
                <a:solidFill>
                  <a:schemeClr val="bg1"/>
                </a:solidFill>
              </a:rPr>
            </a:br>
            <a:r>
              <a:rPr lang="en-NZ" sz="1800" dirty="0">
                <a:solidFill>
                  <a:schemeClr val="bg1"/>
                </a:solidFill>
              </a:rPr>
              <a:t>Load data to panda.</a:t>
            </a:r>
            <a:br>
              <a:rPr lang="en-NZ" sz="1800" dirty="0">
                <a:solidFill>
                  <a:schemeClr val="bg1"/>
                </a:solidFill>
              </a:rPr>
            </a:br>
            <a:br>
              <a:rPr lang="en-NZ" sz="1800" dirty="0">
                <a:solidFill>
                  <a:schemeClr val="bg1"/>
                </a:solidFill>
              </a:rPr>
            </a:br>
            <a:r>
              <a:rPr lang="en-NZ" sz="1800" dirty="0">
                <a:solidFill>
                  <a:schemeClr val="bg1"/>
                </a:solidFill>
              </a:rPr>
              <a:t>Outliers – Looked at the data and it was fine</a:t>
            </a:r>
            <a:br>
              <a:rPr lang="en-NZ" sz="1800" dirty="0">
                <a:solidFill>
                  <a:schemeClr val="bg1"/>
                </a:solidFill>
              </a:rPr>
            </a:br>
            <a:r>
              <a:rPr lang="en-NZ" sz="1800" dirty="0">
                <a:solidFill>
                  <a:schemeClr val="bg1"/>
                </a:solidFill>
              </a:rPr>
              <a:t>Null Values – managed null values with the mean value.</a:t>
            </a:r>
            <a:br>
              <a:rPr lang="en-NZ" sz="1800" dirty="0">
                <a:solidFill>
                  <a:schemeClr val="bg1"/>
                </a:solidFill>
              </a:rPr>
            </a:br>
            <a:br>
              <a:rPr lang="en-NZ" sz="1800" dirty="0">
                <a:solidFill>
                  <a:schemeClr val="bg1"/>
                </a:solidFill>
              </a:rPr>
            </a:br>
            <a:r>
              <a:rPr lang="en-NZ" sz="1800" dirty="0">
                <a:solidFill>
                  <a:schemeClr val="bg1"/>
                </a:solidFill>
              </a:rPr>
              <a:t>Removed unwanted variables like the column C-39 which was empty.</a:t>
            </a:r>
            <a:br>
              <a:rPr lang="en-NZ" sz="1800" dirty="0">
                <a:solidFill>
                  <a:schemeClr val="bg1"/>
                </a:solidFill>
              </a:rPr>
            </a:br>
            <a:br>
              <a:rPr lang="en-NZ" sz="1800" dirty="0">
                <a:solidFill>
                  <a:schemeClr val="bg1"/>
                </a:solidFill>
              </a:rPr>
            </a:br>
            <a:r>
              <a:rPr lang="en-NZ" sz="1800" dirty="0">
                <a:solidFill>
                  <a:schemeClr val="bg1"/>
                </a:solidFill>
              </a:rPr>
              <a:t>Create a train and test data set</a:t>
            </a:r>
            <a:endParaRPr lang="en-NZ" dirty="0">
              <a:solidFill>
                <a:schemeClr val="bg1"/>
              </a:solidFill>
            </a:endParaRPr>
          </a:p>
        </p:txBody>
      </p:sp>
    </p:spTree>
    <p:extLst>
      <p:ext uri="{BB962C8B-B14F-4D97-AF65-F5344CB8AC3E}">
        <p14:creationId xmlns:p14="http://schemas.microsoft.com/office/powerpoint/2010/main" val="2412771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94F1A-1D37-5748-6AE2-1DE7236980D6}"/>
              </a:ext>
            </a:extLst>
          </p:cNvPr>
          <p:cNvSpPr>
            <a:spLocks noGrp="1"/>
          </p:cNvSpPr>
          <p:nvPr>
            <p:ph type="title"/>
          </p:nvPr>
        </p:nvSpPr>
        <p:spPr>
          <a:xfrm>
            <a:off x="1154954" y="1315453"/>
            <a:ext cx="4351025" cy="3646016"/>
          </a:xfrm>
        </p:spPr>
        <p:txBody>
          <a:bodyPr/>
          <a:lstStyle/>
          <a:p>
            <a:r>
              <a:rPr lang="en-NZ" sz="1400" dirty="0">
                <a:solidFill>
                  <a:schemeClr val="bg1"/>
                </a:solidFill>
              </a:rPr>
              <a:t>Exploratory data</a:t>
            </a:r>
            <a:br>
              <a:rPr lang="en-NZ" sz="1400" dirty="0">
                <a:solidFill>
                  <a:schemeClr val="bg1"/>
                </a:solidFill>
              </a:rPr>
            </a:br>
            <a:br>
              <a:rPr lang="en-NZ" sz="1400" dirty="0">
                <a:solidFill>
                  <a:schemeClr val="bg1"/>
                </a:solidFill>
              </a:rPr>
            </a:br>
            <a:r>
              <a:rPr lang="en-NZ" sz="1400" dirty="0">
                <a:solidFill>
                  <a:schemeClr val="bg1"/>
                </a:solidFill>
              </a:rPr>
              <a:t>The exploratory data started with the target variable fraud reported. </a:t>
            </a:r>
            <a:br>
              <a:rPr lang="en-NZ" sz="1400" dirty="0">
                <a:solidFill>
                  <a:schemeClr val="bg1"/>
                </a:solidFill>
              </a:rPr>
            </a:br>
            <a:br>
              <a:rPr lang="en-NZ" sz="1400" dirty="0">
                <a:solidFill>
                  <a:schemeClr val="bg1"/>
                </a:solidFill>
              </a:rPr>
            </a:br>
            <a:r>
              <a:rPr lang="en-NZ" sz="1400" u="sng" dirty="0">
                <a:solidFill>
                  <a:schemeClr val="bg1"/>
                </a:solidFill>
              </a:rPr>
              <a:t>Fraud reported yes or No</a:t>
            </a:r>
            <a:br>
              <a:rPr lang="en-NZ" sz="1400" b="1" u="sng" dirty="0">
                <a:solidFill>
                  <a:schemeClr val="bg1"/>
                </a:solidFill>
              </a:rPr>
            </a:br>
            <a:br>
              <a:rPr lang="en-NZ" sz="1400" dirty="0">
                <a:solidFill>
                  <a:schemeClr val="bg1"/>
                </a:solidFill>
              </a:rPr>
            </a:br>
            <a:r>
              <a:rPr lang="en-GB" sz="1400" i="0" dirty="0">
                <a:solidFill>
                  <a:schemeClr val="bg1"/>
                </a:solidFill>
                <a:effectLst/>
                <a:latin typeface="+mn-lt"/>
              </a:rPr>
              <a:t>"Yes" that is the insurance is fraudulent and "No" means the insurance claim is not fraudulent. Only 25% of the claim were reported fraud and the remaining 75% are not fraud.</a:t>
            </a:r>
            <a:br>
              <a:rPr lang="en-GB" sz="1400" b="1" i="0" dirty="0">
                <a:solidFill>
                  <a:srgbClr val="000000"/>
                </a:solidFill>
                <a:effectLst/>
                <a:latin typeface="+mn-lt"/>
              </a:rPr>
            </a:br>
            <a:endParaRPr lang="en-NZ" sz="1800" dirty="0"/>
          </a:p>
        </p:txBody>
      </p:sp>
      <p:pic>
        <p:nvPicPr>
          <p:cNvPr id="5" name="Picture 4">
            <a:extLst>
              <a:ext uri="{FF2B5EF4-FFF2-40B4-BE49-F238E27FC236}">
                <a16:creationId xmlns:a16="http://schemas.microsoft.com/office/drawing/2014/main" id="{351EF1C3-4047-C472-5735-A8581E478559}"/>
              </a:ext>
            </a:extLst>
          </p:cNvPr>
          <p:cNvPicPr>
            <a:picLocks noChangeAspect="1"/>
          </p:cNvPicPr>
          <p:nvPr/>
        </p:nvPicPr>
        <p:blipFill>
          <a:blip r:embed="rId2"/>
          <a:stretch>
            <a:fillRect/>
          </a:stretch>
        </p:blipFill>
        <p:spPr>
          <a:xfrm>
            <a:off x="6758359" y="1911429"/>
            <a:ext cx="4145639" cy="3420152"/>
          </a:xfrm>
          <a:prstGeom prst="rect">
            <a:avLst/>
          </a:prstGeom>
        </p:spPr>
      </p:pic>
    </p:spTree>
    <p:extLst>
      <p:ext uri="{BB962C8B-B14F-4D97-AF65-F5344CB8AC3E}">
        <p14:creationId xmlns:p14="http://schemas.microsoft.com/office/powerpoint/2010/main" val="3931616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EFDA-493F-F5DC-6A36-D52AEC49F214}"/>
              </a:ext>
            </a:extLst>
          </p:cNvPr>
          <p:cNvSpPr>
            <a:spLocks noGrp="1"/>
          </p:cNvSpPr>
          <p:nvPr>
            <p:ph type="title"/>
          </p:nvPr>
        </p:nvSpPr>
        <p:spPr/>
        <p:txBody>
          <a:bodyPr/>
          <a:lstStyle/>
          <a:p>
            <a:r>
              <a:rPr lang="en-NZ" sz="1400" dirty="0">
                <a:latin typeface="+mn-lt"/>
              </a:rPr>
              <a:t>The below graphs throw some light on the education and the age of people with fraud claim. The education graphs show most of the fraud claim were done who have high school and JD education level. The age graph shows that the fraud claim were done between the age gap of 30 to 45</a:t>
            </a:r>
          </a:p>
        </p:txBody>
      </p:sp>
      <p:pic>
        <p:nvPicPr>
          <p:cNvPr id="6" name="Picture 5">
            <a:extLst>
              <a:ext uri="{FF2B5EF4-FFF2-40B4-BE49-F238E27FC236}">
                <a16:creationId xmlns:a16="http://schemas.microsoft.com/office/drawing/2014/main" id="{540062FB-2D61-9827-034E-1751621FA809}"/>
              </a:ext>
            </a:extLst>
          </p:cNvPr>
          <p:cNvPicPr>
            <a:picLocks noChangeAspect="1"/>
          </p:cNvPicPr>
          <p:nvPr/>
        </p:nvPicPr>
        <p:blipFill>
          <a:blip r:embed="rId2"/>
          <a:stretch>
            <a:fillRect/>
          </a:stretch>
        </p:blipFill>
        <p:spPr>
          <a:xfrm>
            <a:off x="5430252" y="2310063"/>
            <a:ext cx="6564104" cy="4724400"/>
          </a:xfrm>
          <a:prstGeom prst="rect">
            <a:avLst/>
          </a:prstGeom>
        </p:spPr>
      </p:pic>
      <p:pic>
        <p:nvPicPr>
          <p:cNvPr id="9" name="Content Placeholder 8">
            <a:extLst>
              <a:ext uri="{FF2B5EF4-FFF2-40B4-BE49-F238E27FC236}">
                <a16:creationId xmlns:a16="http://schemas.microsoft.com/office/drawing/2014/main" id="{5CDE9A3C-6DC4-2445-E4D3-78FD3B926E2C}"/>
              </a:ext>
            </a:extLst>
          </p:cNvPr>
          <p:cNvPicPr>
            <a:picLocks noGrp="1" noChangeAspect="1"/>
          </p:cNvPicPr>
          <p:nvPr>
            <p:ph idx="1"/>
          </p:nvPr>
        </p:nvPicPr>
        <p:blipFill>
          <a:blip r:embed="rId3"/>
          <a:stretch>
            <a:fillRect/>
          </a:stretch>
        </p:blipFill>
        <p:spPr>
          <a:xfrm>
            <a:off x="385011" y="2406317"/>
            <a:ext cx="4628147" cy="4451684"/>
          </a:xfrm>
          <a:prstGeom prst="rect">
            <a:avLst/>
          </a:prstGeom>
        </p:spPr>
      </p:pic>
    </p:spTree>
    <p:extLst>
      <p:ext uri="{BB962C8B-B14F-4D97-AF65-F5344CB8AC3E}">
        <p14:creationId xmlns:p14="http://schemas.microsoft.com/office/powerpoint/2010/main" val="3150712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120232-0CDE-0A40-3A41-39669EF8A7C3}"/>
              </a:ext>
            </a:extLst>
          </p:cNvPr>
          <p:cNvPicPr>
            <a:picLocks noChangeAspect="1"/>
          </p:cNvPicPr>
          <p:nvPr/>
        </p:nvPicPr>
        <p:blipFill>
          <a:blip r:embed="rId2"/>
          <a:stretch>
            <a:fillRect/>
          </a:stretch>
        </p:blipFill>
        <p:spPr>
          <a:xfrm>
            <a:off x="304799" y="1917031"/>
            <a:ext cx="5566611" cy="3761873"/>
          </a:xfrm>
          <a:prstGeom prst="rect">
            <a:avLst/>
          </a:prstGeom>
        </p:spPr>
      </p:pic>
      <p:pic>
        <p:nvPicPr>
          <p:cNvPr id="3" name="Picture 2">
            <a:extLst>
              <a:ext uri="{FF2B5EF4-FFF2-40B4-BE49-F238E27FC236}">
                <a16:creationId xmlns:a16="http://schemas.microsoft.com/office/drawing/2014/main" id="{EDC23EDD-A2E6-B1D7-8A14-24038B26F09B}"/>
              </a:ext>
            </a:extLst>
          </p:cNvPr>
          <p:cNvPicPr>
            <a:picLocks noChangeAspect="1"/>
          </p:cNvPicPr>
          <p:nvPr/>
        </p:nvPicPr>
        <p:blipFill>
          <a:blip r:embed="rId3"/>
          <a:stretch>
            <a:fillRect/>
          </a:stretch>
        </p:blipFill>
        <p:spPr>
          <a:xfrm>
            <a:off x="5871410" y="1917031"/>
            <a:ext cx="6336632" cy="3679156"/>
          </a:xfrm>
          <a:prstGeom prst="rect">
            <a:avLst/>
          </a:prstGeom>
        </p:spPr>
      </p:pic>
    </p:spTree>
    <p:extLst>
      <p:ext uri="{BB962C8B-B14F-4D97-AF65-F5344CB8AC3E}">
        <p14:creationId xmlns:p14="http://schemas.microsoft.com/office/powerpoint/2010/main" val="3466569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7D5B67-5192-1324-3325-BE2B5B59D457}"/>
              </a:ext>
            </a:extLst>
          </p:cNvPr>
          <p:cNvSpPr>
            <a:spLocks noChangeArrowheads="1"/>
          </p:cNvSpPr>
          <p:nvPr/>
        </p:nvSpPr>
        <p:spPr bwMode="auto">
          <a:xfrm>
            <a:off x="0" y="238230"/>
            <a:ext cx="6836808" cy="35240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j-lt"/>
                <a:cs typeface="Courier New" panose="02070309020205020404" pitchFamily="49" charset="0"/>
              </a:rPr>
              <a:t> police_report_available </a:t>
            </a:r>
            <a:endParaRPr kumimoji="0" lang="en-US" altLang="en-US"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Helvetica Neue"/>
              </a:rPr>
              <a:t>  </a:t>
            </a:r>
            <a:r>
              <a:rPr kumimoji="0" lang="en-US" altLang="en-US" sz="21100" b="0" i="0" u="none" strike="noStrike" cap="none" normalizeH="0" baseline="0" dirty="0">
                <a:ln>
                  <a:noFill/>
                </a:ln>
                <a:solidFill>
                  <a:srgbClr val="000000"/>
                </a:solidFill>
                <a:effectLst/>
                <a:latin typeface="Helvetica Neue"/>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4F39691A-AFF4-F383-AFD4-B2D8F9B1FC94}"/>
              </a:ext>
            </a:extLst>
          </p:cNvPr>
          <p:cNvPicPr>
            <a:picLocks noChangeAspect="1"/>
          </p:cNvPicPr>
          <p:nvPr/>
        </p:nvPicPr>
        <p:blipFill>
          <a:blip r:embed="rId2"/>
          <a:stretch>
            <a:fillRect/>
          </a:stretch>
        </p:blipFill>
        <p:spPr>
          <a:xfrm>
            <a:off x="2497554" y="76200"/>
            <a:ext cx="6781800" cy="3352800"/>
          </a:xfrm>
          <a:prstGeom prst="rect">
            <a:avLst/>
          </a:prstGeom>
        </p:spPr>
      </p:pic>
      <p:sp>
        <p:nvSpPr>
          <p:cNvPr id="12" name="TextBox 11">
            <a:extLst>
              <a:ext uri="{FF2B5EF4-FFF2-40B4-BE49-F238E27FC236}">
                <a16:creationId xmlns:a16="http://schemas.microsoft.com/office/drawing/2014/main" id="{1FB02B09-C1D9-0F54-F4A3-A7DC308CA18F}"/>
              </a:ext>
            </a:extLst>
          </p:cNvPr>
          <p:cNvSpPr txBox="1"/>
          <p:nvPr/>
        </p:nvSpPr>
        <p:spPr>
          <a:xfrm>
            <a:off x="0" y="4076700"/>
            <a:ext cx="2857500" cy="369332"/>
          </a:xfrm>
          <a:prstGeom prst="rect">
            <a:avLst/>
          </a:prstGeom>
          <a:noFill/>
        </p:spPr>
        <p:txBody>
          <a:bodyPr wrap="square">
            <a:spAutoFit/>
          </a:bodyPr>
          <a:lstStyle/>
          <a:p>
            <a:r>
              <a:rPr lang="en-NZ" dirty="0">
                <a:latin typeface="+mj-lt"/>
              </a:rPr>
              <a:t>property_damage</a:t>
            </a:r>
          </a:p>
        </p:txBody>
      </p:sp>
      <p:pic>
        <p:nvPicPr>
          <p:cNvPr id="13" name="Picture 12">
            <a:extLst>
              <a:ext uri="{FF2B5EF4-FFF2-40B4-BE49-F238E27FC236}">
                <a16:creationId xmlns:a16="http://schemas.microsoft.com/office/drawing/2014/main" id="{6A39289F-B34C-EBC1-9582-95174BE2C488}"/>
              </a:ext>
            </a:extLst>
          </p:cNvPr>
          <p:cNvPicPr>
            <a:picLocks noChangeAspect="1"/>
          </p:cNvPicPr>
          <p:nvPr/>
        </p:nvPicPr>
        <p:blipFill>
          <a:blip r:embed="rId3"/>
          <a:stretch>
            <a:fillRect/>
          </a:stretch>
        </p:blipFill>
        <p:spPr>
          <a:xfrm>
            <a:off x="2650091" y="3429000"/>
            <a:ext cx="6836809" cy="3352800"/>
          </a:xfrm>
          <a:prstGeom prst="rect">
            <a:avLst/>
          </a:prstGeom>
        </p:spPr>
      </p:pic>
    </p:spTree>
    <p:extLst>
      <p:ext uri="{BB962C8B-B14F-4D97-AF65-F5344CB8AC3E}">
        <p14:creationId xmlns:p14="http://schemas.microsoft.com/office/powerpoint/2010/main" val="2012136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A22AD44-4687-0697-0CDE-82FCB133E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 y="52387"/>
            <a:ext cx="10125075" cy="675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204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096F8C-C384-A47D-CB9A-1F009F542CAE}"/>
              </a:ext>
            </a:extLst>
          </p:cNvPr>
          <p:cNvPicPr>
            <a:picLocks noChangeAspect="1"/>
          </p:cNvPicPr>
          <p:nvPr/>
        </p:nvPicPr>
        <p:blipFill>
          <a:blip r:embed="rId2"/>
          <a:stretch>
            <a:fillRect/>
          </a:stretch>
        </p:blipFill>
        <p:spPr>
          <a:xfrm>
            <a:off x="56147" y="136357"/>
            <a:ext cx="10396508" cy="3384886"/>
          </a:xfrm>
          <a:prstGeom prst="rect">
            <a:avLst/>
          </a:prstGeom>
        </p:spPr>
      </p:pic>
      <p:pic>
        <p:nvPicPr>
          <p:cNvPr id="9" name="Picture 8">
            <a:extLst>
              <a:ext uri="{FF2B5EF4-FFF2-40B4-BE49-F238E27FC236}">
                <a16:creationId xmlns:a16="http://schemas.microsoft.com/office/drawing/2014/main" id="{6133FA28-6B5A-7663-9CA5-B9D3B4E41770}"/>
              </a:ext>
            </a:extLst>
          </p:cNvPr>
          <p:cNvPicPr>
            <a:picLocks noChangeAspect="1"/>
          </p:cNvPicPr>
          <p:nvPr/>
        </p:nvPicPr>
        <p:blipFill>
          <a:blip r:embed="rId3"/>
          <a:stretch>
            <a:fillRect/>
          </a:stretch>
        </p:blipFill>
        <p:spPr>
          <a:xfrm>
            <a:off x="2630906" y="3521244"/>
            <a:ext cx="6930188" cy="3200400"/>
          </a:xfrm>
          <a:prstGeom prst="rect">
            <a:avLst/>
          </a:prstGeom>
        </p:spPr>
      </p:pic>
    </p:spTree>
    <p:extLst>
      <p:ext uri="{BB962C8B-B14F-4D97-AF65-F5344CB8AC3E}">
        <p14:creationId xmlns:p14="http://schemas.microsoft.com/office/powerpoint/2010/main" val="3656427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72931-F65D-D216-B46F-66984F67DA0F}"/>
              </a:ext>
            </a:extLst>
          </p:cNvPr>
          <p:cNvSpPr>
            <a:spLocks noGrp="1"/>
          </p:cNvSpPr>
          <p:nvPr>
            <p:ph type="title"/>
          </p:nvPr>
        </p:nvSpPr>
        <p:spPr>
          <a:xfrm>
            <a:off x="1154954" y="1379621"/>
            <a:ext cx="4941046" cy="3581848"/>
          </a:xfrm>
        </p:spPr>
        <p:txBody>
          <a:bodyPr/>
          <a:lstStyle/>
          <a:p>
            <a:r>
              <a:rPr lang="en-NZ" sz="2400" dirty="0"/>
              <a:t>Split the dataset in train and test data set</a:t>
            </a:r>
            <a:br>
              <a:rPr lang="en-NZ" sz="2400" dirty="0"/>
            </a:br>
            <a:br>
              <a:rPr lang="en-NZ" sz="2400" dirty="0"/>
            </a:br>
            <a:r>
              <a:rPr lang="en-NZ" sz="2400" dirty="0"/>
              <a:t>Used several model to predict the fraud claim</a:t>
            </a:r>
            <a:br>
              <a:rPr lang="en-NZ" sz="2400" dirty="0"/>
            </a:br>
            <a:br>
              <a:rPr lang="en-NZ" sz="2400" dirty="0"/>
            </a:br>
            <a:r>
              <a:rPr lang="en-NZ" sz="2400" dirty="0"/>
              <a:t>Results</a:t>
            </a:r>
          </a:p>
        </p:txBody>
      </p:sp>
      <p:pic>
        <p:nvPicPr>
          <p:cNvPr id="9" name="Picture 8">
            <a:extLst>
              <a:ext uri="{FF2B5EF4-FFF2-40B4-BE49-F238E27FC236}">
                <a16:creationId xmlns:a16="http://schemas.microsoft.com/office/drawing/2014/main" id="{B6B3C5D2-EBFB-325E-422D-74CDAFF2C5F9}"/>
              </a:ext>
            </a:extLst>
          </p:cNvPr>
          <p:cNvPicPr>
            <a:picLocks noChangeAspect="1"/>
          </p:cNvPicPr>
          <p:nvPr/>
        </p:nvPicPr>
        <p:blipFill>
          <a:blip r:embed="rId2"/>
          <a:stretch>
            <a:fillRect/>
          </a:stretch>
        </p:blipFill>
        <p:spPr>
          <a:xfrm>
            <a:off x="6613834" y="167743"/>
            <a:ext cx="3797492" cy="6618067"/>
          </a:xfrm>
          <a:prstGeom prst="rect">
            <a:avLst/>
          </a:prstGeom>
        </p:spPr>
      </p:pic>
    </p:spTree>
    <p:extLst>
      <p:ext uri="{BB962C8B-B14F-4D97-AF65-F5344CB8AC3E}">
        <p14:creationId xmlns:p14="http://schemas.microsoft.com/office/powerpoint/2010/main" val="3807137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CF6B-0FC1-94F7-0234-6998F3517A7C}"/>
              </a:ext>
            </a:extLst>
          </p:cNvPr>
          <p:cNvSpPr>
            <a:spLocks noGrp="1"/>
          </p:cNvSpPr>
          <p:nvPr>
            <p:ph type="title"/>
          </p:nvPr>
        </p:nvSpPr>
        <p:spPr>
          <a:xfrm>
            <a:off x="1154954" y="1171074"/>
            <a:ext cx="4351025" cy="3790395"/>
          </a:xfrm>
        </p:spPr>
        <p:txBody>
          <a:bodyPr/>
          <a:lstStyle/>
          <a:p>
            <a:r>
              <a:rPr lang="en-GB" sz="1600" i="0" dirty="0">
                <a:solidFill>
                  <a:schemeClr val="bg1"/>
                </a:solidFill>
                <a:effectLst/>
                <a:latin typeface="Helvetica Neue"/>
              </a:rPr>
              <a:t>After hypertuning our cross validation score for decision tree has increased from 77.7% to 86.58%</a:t>
            </a:r>
            <a:br>
              <a:rPr lang="en-GB" sz="1600" i="0" dirty="0">
                <a:solidFill>
                  <a:schemeClr val="bg1"/>
                </a:solidFill>
                <a:effectLst/>
                <a:latin typeface="Helvetica Neue"/>
              </a:rPr>
            </a:br>
            <a:br>
              <a:rPr lang="en-GB" sz="1600" i="0" dirty="0">
                <a:solidFill>
                  <a:schemeClr val="bg1"/>
                </a:solidFill>
                <a:effectLst/>
                <a:latin typeface="Helvetica Neue"/>
              </a:rPr>
            </a:br>
            <a:r>
              <a:rPr lang="en-GB" sz="1800" i="0" dirty="0">
                <a:solidFill>
                  <a:schemeClr val="bg1"/>
                </a:solidFill>
                <a:effectLst/>
                <a:latin typeface="Helvetica Neue"/>
              </a:rPr>
              <a:t>Conclusion:-</a:t>
            </a:r>
            <a:br>
              <a:rPr lang="en-GB" sz="1800" i="0" dirty="0">
                <a:solidFill>
                  <a:schemeClr val="bg1"/>
                </a:solidFill>
                <a:effectLst/>
                <a:latin typeface="Helvetica Neue"/>
              </a:rPr>
            </a:br>
            <a:br>
              <a:rPr lang="en-GB" sz="1600" i="0" dirty="0">
                <a:solidFill>
                  <a:schemeClr val="bg1"/>
                </a:solidFill>
                <a:effectLst/>
                <a:latin typeface="Helvetica Neue"/>
              </a:rPr>
            </a:br>
            <a:r>
              <a:rPr lang="en-GB" sz="1600" i="0" dirty="0">
                <a:solidFill>
                  <a:schemeClr val="bg1"/>
                </a:solidFill>
                <a:effectLst/>
                <a:latin typeface="Helvetica Neue"/>
              </a:rPr>
              <a:t>The image shows that our model has perfectly fit and the conclusion shows that the original data vs the predicted data which is very similar.</a:t>
            </a:r>
            <a:br>
              <a:rPr lang="en-GB" sz="1600" i="0" dirty="0">
                <a:solidFill>
                  <a:schemeClr val="bg1"/>
                </a:solidFill>
                <a:effectLst/>
                <a:latin typeface="Helvetica Neue"/>
              </a:rPr>
            </a:br>
            <a:br>
              <a:rPr lang="en-GB" sz="1600" i="0" dirty="0">
                <a:solidFill>
                  <a:schemeClr val="bg1"/>
                </a:solidFill>
                <a:effectLst/>
                <a:latin typeface="Helvetica Neue"/>
              </a:rPr>
            </a:br>
            <a:br>
              <a:rPr lang="en-GB" sz="1600" i="0" dirty="0">
                <a:solidFill>
                  <a:schemeClr val="bg1"/>
                </a:solidFill>
                <a:effectLst/>
                <a:latin typeface="Helvetica Neue"/>
              </a:rPr>
            </a:br>
            <a:br>
              <a:rPr lang="en-GB" sz="1600" i="0" dirty="0">
                <a:solidFill>
                  <a:srgbClr val="000000"/>
                </a:solidFill>
                <a:effectLst/>
                <a:latin typeface="Helvetica Neue"/>
              </a:rPr>
            </a:br>
            <a:endParaRPr lang="en-NZ" sz="1600" dirty="0"/>
          </a:p>
        </p:txBody>
      </p:sp>
      <p:pic>
        <p:nvPicPr>
          <p:cNvPr id="11" name="Picture 10">
            <a:extLst>
              <a:ext uri="{FF2B5EF4-FFF2-40B4-BE49-F238E27FC236}">
                <a16:creationId xmlns:a16="http://schemas.microsoft.com/office/drawing/2014/main" id="{C610F922-F42F-2B5B-140E-32A4B60DBE3A}"/>
              </a:ext>
            </a:extLst>
          </p:cNvPr>
          <p:cNvPicPr>
            <a:picLocks noChangeAspect="1"/>
          </p:cNvPicPr>
          <p:nvPr/>
        </p:nvPicPr>
        <p:blipFill rotWithShape="1">
          <a:blip r:embed="rId2"/>
          <a:srcRect t="-1509" r="17707" b="-755"/>
          <a:stretch/>
        </p:blipFill>
        <p:spPr>
          <a:xfrm>
            <a:off x="6513465" y="2533650"/>
            <a:ext cx="5678535" cy="2124075"/>
          </a:xfrm>
          <a:prstGeom prst="rect">
            <a:avLst/>
          </a:prstGeom>
        </p:spPr>
      </p:pic>
    </p:spTree>
    <p:extLst>
      <p:ext uri="{BB962C8B-B14F-4D97-AF65-F5344CB8AC3E}">
        <p14:creationId xmlns:p14="http://schemas.microsoft.com/office/powerpoint/2010/main" val="1182433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D2C630-18F9-C743-CE2F-27E8C2D83258}"/>
              </a:ext>
            </a:extLst>
          </p:cNvPr>
          <p:cNvPicPr>
            <a:picLocks noChangeAspect="1"/>
          </p:cNvPicPr>
          <p:nvPr/>
        </p:nvPicPr>
        <p:blipFill>
          <a:blip r:embed="rId2"/>
          <a:stretch>
            <a:fillRect/>
          </a:stretch>
        </p:blipFill>
        <p:spPr>
          <a:xfrm>
            <a:off x="1781175" y="1000495"/>
            <a:ext cx="7839075" cy="5479742"/>
          </a:xfrm>
          <a:prstGeom prst="rect">
            <a:avLst/>
          </a:prstGeom>
        </p:spPr>
      </p:pic>
    </p:spTree>
    <p:extLst>
      <p:ext uri="{BB962C8B-B14F-4D97-AF65-F5344CB8AC3E}">
        <p14:creationId xmlns:p14="http://schemas.microsoft.com/office/powerpoint/2010/main" val="35748011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697</TotalTime>
  <Words>1060</Words>
  <Application>Microsoft Office PowerPoint</Application>
  <PresentationFormat>Widescreen</PresentationFormat>
  <Paragraphs>38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Century Gothic</vt:lpstr>
      <vt:lpstr>Helvetica Neue</vt:lpstr>
      <vt:lpstr>Wingdings</vt:lpstr>
      <vt:lpstr>Wingdings 3</vt:lpstr>
      <vt:lpstr>Ion Boardroom</vt:lpstr>
      <vt:lpstr>Auto Insurance Claim Fraud Capstone Project                </vt:lpstr>
      <vt:lpstr>PowerPoint Presentation</vt:lpstr>
      <vt:lpstr>Content  Background  Business Question  Data Sources  Data Processing  EDA Analysis  Questions ???????????  </vt:lpstr>
      <vt:lpstr>Background</vt:lpstr>
      <vt:lpstr>Insurance fraud trends in Aotearoa New Zealand      In Aotearoa New Zealand, we are still working towards closer collaboration between insurers on fraud matters.  This will ensure we share information about insurance fraud issues and trends and maintain important resources such as our Insurance Claims Register.   The Insurance Claims Register (ICR) detects and prevents fraud, particularly purposeful non-disclosure and double dipping at claim time.  Unfortunately, the old adage of 'utmost good faith' is no longer working.  Fraud is costing honest policyholders hundreds of millions of dollars every year.    Current estimates suggest between 5% and 10% of claims are fraudulent. </vt:lpstr>
      <vt:lpstr>INSURANCE FRAUD TRENDS IN THE USA     Over in the US, 2021 was a year where vehicle theft and fraudulent claims remained high, with personal Auto insurance fraud continuing to increase. Fraudulent prior loss and damage claims (e.g. for vehicles and houses) also continued to increase.  US fraud trends that we should be looking out for globally include:  Ghost brokers – the selling of forged or invalid insurance policies to consumers  Bash and buy – breaking or damaging something then negotiating a heavily discounted price because of the damage  Illegal use of temporary licence plates on motor vehicles  Builders risk insurance delayed reporting – claims relating to delayed construction work  Ransomware attacks – malware that denies access to files on a user’s computer  Identity fraud – the theft of your online identity and financial information </vt:lpstr>
      <vt:lpstr>INSURANCE FRAUD TRENDS IN UK    UK Vehicle Fraud numbers, 2020: detected motor frauds fell by 6% to 55,000, while their value fell by only 1% to £602 million. Detection rates rose though (up 1.31 percentage points to 6%).  UK Travel Insurance numbers, 2020: there were 770 detected scams, down 49%. Travel insurance scam value, at £1.8 million, was a 2% increase on 2019, and the highest recorded average claims value of £2,358.  INSURANCE FRAUD TRENDS IN SINGAPORE   In Singapore, a tripling of historically low insurance fraud rates between 2018 and 2020 has seen the local Police Force work closely with the General Insurance Association of Singapore to better investigate and tackle increasing fraud rates. Health insurance claims were one of the key insurance products to see an increase in fraud.  Insurers also receive support from the Monetary Authority of Singapore, who ensure that stringent fraudulent risk management protocols are in place. With a jail time of three to ten years for convicted fraudsters, it seems that Singapore is doing all it can to reduce insurance fraud.  </vt:lpstr>
      <vt:lpstr>Business Question:  </vt:lpstr>
      <vt:lpstr>Data Source:</vt:lpstr>
      <vt:lpstr>PowerPoint Presentation</vt:lpstr>
      <vt:lpstr>Exploratory data  The exploratory data started with the target variable fraud reported.   Fraud reported yes or No  "Yes" that is the insurance is fraudulent and "No" means the insurance claim is not fraudulent. Only 25% of the claim were reported fraud and the remaining 75% are not fraud. </vt:lpstr>
      <vt:lpstr>The below graphs throw some light on the education and the age of people with fraud claim. The education graphs show most of the fraud claim were done who have high school and JD education level. The age graph shows that the fraud claim were done between the age gap of 30 to 45</vt:lpstr>
      <vt:lpstr>PowerPoint Presentation</vt:lpstr>
      <vt:lpstr>PowerPoint Presentation</vt:lpstr>
      <vt:lpstr>PowerPoint Presentation</vt:lpstr>
      <vt:lpstr>PowerPoint Presentation</vt:lpstr>
      <vt:lpstr>Split the dataset in train and test data set  Used several model to predict the fraud claim  Results</vt:lpstr>
      <vt:lpstr>After hypertuning our cross validation score for decision tree has increased from 77.7% to 86.58%  Conclusion:-  The image shows that our model has perfectly fit and the conclusion shows that the original data vs the predicted data which is very similar.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 Insurance Fraud                </dc:title>
  <dc:creator>Nathan Ashish</dc:creator>
  <cp:lastModifiedBy>Nathan Ashish</cp:lastModifiedBy>
  <cp:revision>1</cp:revision>
  <dcterms:created xsi:type="dcterms:W3CDTF">2022-10-16T04:21:39Z</dcterms:created>
  <dcterms:modified xsi:type="dcterms:W3CDTF">2022-10-30T04:19:49Z</dcterms:modified>
</cp:coreProperties>
</file>